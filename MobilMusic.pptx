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Urbanis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F949C3-8D03-4D79-A17A-D6DB5574EC98}">
  <a:tblStyle styleId="{F4F949C3-8D03-4D79-A17A-D6DB5574EC9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Urbanist-bold.fntdata"/><Relationship Id="rId10" Type="http://schemas.openxmlformats.org/officeDocument/2006/relationships/slide" Target="slides/slide4.xml"/><Relationship Id="rId21" Type="http://schemas.openxmlformats.org/officeDocument/2006/relationships/font" Target="fonts/Urbanist-regular.fntdata"/><Relationship Id="rId13" Type="http://schemas.openxmlformats.org/officeDocument/2006/relationships/slide" Target="slides/slide7.xml"/><Relationship Id="rId24" Type="http://schemas.openxmlformats.org/officeDocument/2006/relationships/font" Target="fonts/Urbanist-boldItalic.fntdata"/><Relationship Id="rId12" Type="http://schemas.openxmlformats.org/officeDocument/2006/relationships/slide" Target="slides/slide6.xml"/><Relationship Id="rId23" Type="http://schemas.openxmlformats.org/officeDocument/2006/relationships/font" Target="fonts/Urbanis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4.png"/><Relationship Id="rId11" Type="http://schemas.openxmlformats.org/officeDocument/2006/relationships/image" Target="../media/image5.png"/><Relationship Id="rId10" Type="http://schemas.openxmlformats.org/officeDocument/2006/relationships/image" Target="../media/image2.png"/><Relationship Id="rId9" Type="http://schemas.openxmlformats.org/officeDocument/2006/relationships/image" Target="../media/image26.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11.png"/><Relationship Id="rId6" Type="http://schemas.openxmlformats.org/officeDocument/2006/relationships/image" Target="../media/image4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45.png"/><Relationship Id="rId5" Type="http://schemas.openxmlformats.org/officeDocument/2006/relationships/image" Target="../media/image22.png"/><Relationship Id="rId6"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 Id="rId11" Type="http://schemas.openxmlformats.org/officeDocument/2006/relationships/image" Target="../media/image21.png"/><Relationship Id="rId10" Type="http://schemas.openxmlformats.org/officeDocument/2006/relationships/image" Target="../media/image24.png"/><Relationship Id="rId9" Type="http://schemas.openxmlformats.org/officeDocument/2006/relationships/image" Target="../media/image15.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38.png"/><Relationship Id="rId11" Type="http://schemas.openxmlformats.org/officeDocument/2006/relationships/image" Target="../media/image51.png"/><Relationship Id="rId10" Type="http://schemas.openxmlformats.org/officeDocument/2006/relationships/image" Target="../media/image49.png"/><Relationship Id="rId12" Type="http://schemas.openxmlformats.org/officeDocument/2006/relationships/image" Target="../media/image48.png"/><Relationship Id="rId9" Type="http://schemas.openxmlformats.org/officeDocument/2006/relationships/image" Target="../media/image42.png"/><Relationship Id="rId5" Type="http://schemas.openxmlformats.org/officeDocument/2006/relationships/image" Target="../media/image30.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38.png"/><Relationship Id="rId11" Type="http://schemas.openxmlformats.org/officeDocument/2006/relationships/image" Target="../media/image50.png"/><Relationship Id="rId10" Type="http://schemas.openxmlformats.org/officeDocument/2006/relationships/image" Target="../media/image47.png"/><Relationship Id="rId12" Type="http://schemas.openxmlformats.org/officeDocument/2006/relationships/image" Target="../media/image52.png"/><Relationship Id="rId9" Type="http://schemas.openxmlformats.org/officeDocument/2006/relationships/image" Target="../media/image42.png"/><Relationship Id="rId5" Type="http://schemas.openxmlformats.org/officeDocument/2006/relationships/image" Target="../media/image30.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6.png"/><Relationship Id="rId4"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106019" y="3991719"/>
            <a:ext cx="3979812" cy="2009626"/>
          </a:xfrm>
          <a:prstGeom prst="rect">
            <a:avLst/>
          </a:prstGeom>
          <a:noFill/>
          <a:ln>
            <a:noFill/>
          </a:ln>
        </p:spPr>
      </p:pic>
      <p:sp>
        <p:nvSpPr>
          <p:cNvPr id="86" name="Google Shape;86;p13"/>
          <p:cNvSpPr txBox="1"/>
          <p:nvPr/>
        </p:nvSpPr>
        <p:spPr>
          <a:xfrm>
            <a:off x="4214366" y="1085105"/>
            <a:ext cx="3763267"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Urbanist"/>
                <a:ea typeface="Urbanist"/>
                <a:cs typeface="Urbanist"/>
                <a:sym typeface="Urbanist"/>
              </a:rPr>
              <a:t>TRƯỜNG ĐẠI HỌC LÂM NGHIỆP</a:t>
            </a:r>
            <a:br>
              <a:rPr b="0" i="0" lang="en-US" sz="1800" u="none" cap="none" strike="noStrike">
                <a:solidFill>
                  <a:schemeClr val="dk1"/>
                </a:solidFill>
                <a:latin typeface="Calibri"/>
                <a:ea typeface="Calibri"/>
                <a:cs typeface="Calibri"/>
                <a:sym typeface="Calibri"/>
              </a:rPr>
            </a:br>
            <a:r>
              <a:rPr b="0" i="0" lang="en-US" sz="1800" u="none" cap="none" strike="noStrike">
                <a:solidFill>
                  <a:srgbClr val="94A3B8"/>
                </a:solidFill>
                <a:latin typeface="Urbanist"/>
                <a:ea typeface="Urbanist"/>
                <a:cs typeface="Urbanist"/>
                <a:sym typeface="Urbanist"/>
              </a:rPr>
              <a:t> KHOA CƠ ĐIỆN VÀ CÔNG TRÌNH</a:t>
            </a:r>
            <a:endParaRPr/>
          </a:p>
        </p:txBody>
      </p:sp>
      <p:sp>
        <p:nvSpPr>
          <p:cNvPr id="87" name="Google Shape;87;p13"/>
          <p:cNvSpPr txBox="1"/>
          <p:nvPr/>
        </p:nvSpPr>
        <p:spPr>
          <a:xfrm>
            <a:off x="2706357" y="1911697"/>
            <a:ext cx="6779284" cy="150852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1F5F9"/>
                </a:solidFill>
                <a:latin typeface="Urbanist"/>
                <a:ea typeface="Urbanist"/>
                <a:cs typeface="Urbanist"/>
                <a:sym typeface="Urbanist"/>
              </a:rPr>
              <a:t>Ứng Dụng Nghe Nhạc</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F1F5F9"/>
                </a:solidFill>
                <a:latin typeface="Urbanist"/>
                <a:ea typeface="Urbanist"/>
                <a:cs typeface="Urbanist"/>
                <a:sym typeface="Urbanist"/>
              </a:rPr>
              <a:t> "MobilMusic"</a:t>
            </a:r>
            <a:endParaRPr/>
          </a:p>
        </p:txBody>
      </p:sp>
      <p:sp>
        <p:nvSpPr>
          <p:cNvPr id="88" name="Google Shape;88;p13"/>
          <p:cNvSpPr txBox="1"/>
          <p:nvPr/>
        </p:nvSpPr>
        <p:spPr>
          <a:xfrm>
            <a:off x="4496544" y="4239369"/>
            <a:ext cx="31987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2DD4BF"/>
                </a:solidFill>
                <a:latin typeface="Urbanist"/>
                <a:ea typeface="Urbanist"/>
                <a:cs typeface="Urbanist"/>
                <a:sym typeface="Urbanist"/>
              </a:rPr>
              <a:t>Môn học:</a:t>
            </a:r>
            <a:r>
              <a:rPr b="0" i="0" lang="en-US" sz="1350" u="none" cap="none" strike="noStrike">
                <a:solidFill>
                  <a:srgbClr val="CBD5E1"/>
                </a:solidFill>
                <a:latin typeface="Urbanist"/>
                <a:ea typeface="Urbanist"/>
                <a:cs typeface="Urbanist"/>
                <a:sym typeface="Urbanist"/>
              </a:rPr>
              <a:t> Lập Trình Trên Thiết Bị Di Động</a:t>
            </a:r>
            <a:endParaRPr/>
          </a:p>
        </p:txBody>
      </p:sp>
      <p:sp>
        <p:nvSpPr>
          <p:cNvPr id="89" name="Google Shape;89;p13"/>
          <p:cNvSpPr txBox="1"/>
          <p:nvPr/>
        </p:nvSpPr>
        <p:spPr>
          <a:xfrm>
            <a:off x="4496544" y="4561284"/>
            <a:ext cx="31987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2DD4BF"/>
                </a:solidFill>
                <a:latin typeface="Urbanist"/>
                <a:ea typeface="Urbanist"/>
                <a:cs typeface="Urbanist"/>
                <a:sym typeface="Urbanist"/>
              </a:rPr>
              <a:t>Giảng viên:</a:t>
            </a:r>
            <a:r>
              <a:rPr b="0" i="0" lang="en-US" sz="1350" u="none" cap="none" strike="noStrike">
                <a:solidFill>
                  <a:srgbClr val="CBD5E1"/>
                </a:solidFill>
                <a:latin typeface="Urbanist"/>
                <a:ea typeface="Urbanist"/>
                <a:cs typeface="Urbanist"/>
                <a:sym typeface="Urbanist"/>
              </a:rPr>
              <a:t> Mai Hà An</a:t>
            </a:r>
            <a:endParaRPr/>
          </a:p>
        </p:txBody>
      </p:sp>
      <p:sp>
        <p:nvSpPr>
          <p:cNvPr id="90" name="Google Shape;90;p13"/>
          <p:cNvSpPr txBox="1"/>
          <p:nvPr/>
        </p:nvSpPr>
        <p:spPr>
          <a:xfrm>
            <a:off x="4496544" y="4883199"/>
            <a:ext cx="3198762"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2DD4BF"/>
                </a:solidFill>
                <a:latin typeface="Urbanist"/>
                <a:ea typeface="Urbanist"/>
                <a:cs typeface="Urbanist"/>
                <a:sym typeface="Urbanist"/>
              </a:rPr>
              <a:t>Lớp:</a:t>
            </a:r>
            <a:r>
              <a:rPr b="0" i="0" lang="en-US" sz="1350" u="none" cap="none" strike="noStrike">
                <a:solidFill>
                  <a:srgbClr val="CBD5E1"/>
                </a:solidFill>
                <a:latin typeface="Urbanist"/>
                <a:ea typeface="Urbanist"/>
                <a:cs typeface="Urbanist"/>
                <a:sym typeface="Urbanist"/>
              </a:rPr>
              <a:t> K67-HTTT</a:t>
            </a:r>
            <a:endParaRPr/>
          </a:p>
        </p:txBody>
      </p:sp>
      <p:sp>
        <p:nvSpPr>
          <p:cNvPr id="91" name="Google Shape;91;p13"/>
          <p:cNvSpPr txBox="1"/>
          <p:nvPr/>
        </p:nvSpPr>
        <p:spPr>
          <a:xfrm>
            <a:off x="4496544" y="5205114"/>
            <a:ext cx="3198762" cy="5485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350" u="none" cap="none" strike="noStrike">
                <a:solidFill>
                  <a:srgbClr val="2DD4BF"/>
                </a:solidFill>
                <a:latin typeface="Urbanist"/>
                <a:ea typeface="Urbanist"/>
                <a:cs typeface="Urbanist"/>
                <a:sym typeface="Urbanist"/>
              </a:rPr>
              <a:t>Thành viên:</a:t>
            </a:r>
            <a:r>
              <a:rPr b="0" i="0" lang="en-US" sz="1350" u="none" cap="none" strike="noStrike">
                <a:solidFill>
                  <a:srgbClr val="CBD5E1"/>
                </a:solidFill>
                <a:latin typeface="Urbanist"/>
                <a:ea typeface="Urbanist"/>
                <a:cs typeface="Urbanist"/>
                <a:sym typeface="Urbanist"/>
              </a:rPr>
              <a:t> Lê Minh Tuyến, Võ Thanh Sơn,</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CBD5E1"/>
                </a:solidFill>
                <a:latin typeface="Urbanist"/>
                <a:ea typeface="Urbanist"/>
                <a:cs typeface="Urbanist"/>
                <a:sym typeface="Urbanist"/>
              </a:rPr>
              <a:t> Bùi Huyền Trang, Chẻo Oái Sơn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5" name="Shape 95"/>
        <p:cNvGrpSpPr/>
        <p:nvPr/>
      </p:nvGrpSpPr>
      <p:grpSpPr>
        <a:xfrm>
          <a:off x="0" y="0"/>
          <a:ext cx="0" cy="0"/>
          <a:chOff x="0" y="0"/>
          <a:chExt cx="0" cy="0"/>
        </a:xfrm>
      </p:grpSpPr>
      <p:pic>
        <p:nvPicPr>
          <p:cNvPr descr="image.png" id="96" name="Google Shape;96;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7" name="Google Shape;97;p14"/>
          <p:cNvPicPr preferRelativeResize="0"/>
          <p:nvPr/>
        </p:nvPicPr>
        <p:blipFill rotWithShape="1">
          <a:blip r:embed="rId4">
            <a:alphaModFix/>
          </a:blip>
          <a:srcRect b="0" l="0" r="0" t="0"/>
          <a:stretch/>
        </p:blipFill>
        <p:spPr>
          <a:xfrm>
            <a:off x="571500" y="2599432"/>
            <a:ext cx="2583656" cy="2592585"/>
          </a:xfrm>
          <a:prstGeom prst="rect">
            <a:avLst/>
          </a:prstGeom>
          <a:noFill/>
          <a:ln>
            <a:noFill/>
          </a:ln>
        </p:spPr>
      </p:pic>
      <p:pic>
        <p:nvPicPr>
          <p:cNvPr descr="image.png" id="98" name="Google Shape;98;p14"/>
          <p:cNvPicPr preferRelativeResize="0"/>
          <p:nvPr/>
        </p:nvPicPr>
        <p:blipFill rotWithShape="1">
          <a:blip r:embed="rId5">
            <a:alphaModFix/>
          </a:blip>
          <a:srcRect b="0" l="0" r="0" t="0"/>
          <a:stretch/>
        </p:blipFill>
        <p:spPr>
          <a:xfrm>
            <a:off x="3393281" y="2599432"/>
            <a:ext cx="2583656" cy="2592585"/>
          </a:xfrm>
          <a:prstGeom prst="rect">
            <a:avLst/>
          </a:prstGeom>
          <a:noFill/>
          <a:ln>
            <a:noFill/>
          </a:ln>
        </p:spPr>
      </p:pic>
      <p:pic>
        <p:nvPicPr>
          <p:cNvPr descr="image.png" id="99" name="Google Shape;99;p14"/>
          <p:cNvPicPr preferRelativeResize="0"/>
          <p:nvPr/>
        </p:nvPicPr>
        <p:blipFill rotWithShape="1">
          <a:blip r:embed="rId6">
            <a:alphaModFix/>
          </a:blip>
          <a:srcRect b="0" l="0" r="0" t="0"/>
          <a:stretch/>
        </p:blipFill>
        <p:spPr>
          <a:xfrm>
            <a:off x="6215062" y="2599432"/>
            <a:ext cx="2583656" cy="2592585"/>
          </a:xfrm>
          <a:prstGeom prst="rect">
            <a:avLst/>
          </a:prstGeom>
          <a:noFill/>
          <a:ln>
            <a:noFill/>
          </a:ln>
        </p:spPr>
      </p:pic>
      <p:pic>
        <p:nvPicPr>
          <p:cNvPr descr="image.png" id="100" name="Google Shape;100;p14"/>
          <p:cNvPicPr preferRelativeResize="0"/>
          <p:nvPr/>
        </p:nvPicPr>
        <p:blipFill rotWithShape="1">
          <a:blip r:embed="rId6">
            <a:alphaModFix/>
          </a:blip>
          <a:srcRect b="0" l="0" r="0" t="0"/>
          <a:stretch/>
        </p:blipFill>
        <p:spPr>
          <a:xfrm>
            <a:off x="9036843" y="2599432"/>
            <a:ext cx="2583656" cy="2592585"/>
          </a:xfrm>
          <a:prstGeom prst="rect">
            <a:avLst/>
          </a:prstGeom>
          <a:noFill/>
          <a:ln>
            <a:noFill/>
          </a:ln>
        </p:spPr>
      </p:pic>
      <p:pic>
        <p:nvPicPr>
          <p:cNvPr descr="image.png" id="101" name="Google Shape;101;p14"/>
          <p:cNvPicPr preferRelativeResize="0"/>
          <p:nvPr/>
        </p:nvPicPr>
        <p:blipFill rotWithShape="1">
          <a:blip r:embed="rId7">
            <a:alphaModFix/>
          </a:blip>
          <a:srcRect b="0" l="0" r="0" t="0"/>
          <a:stretch/>
        </p:blipFill>
        <p:spPr>
          <a:xfrm>
            <a:off x="1482328" y="2894707"/>
            <a:ext cx="762000" cy="762000"/>
          </a:xfrm>
          <a:prstGeom prst="rect">
            <a:avLst/>
          </a:prstGeom>
          <a:noFill/>
          <a:ln>
            <a:noFill/>
          </a:ln>
        </p:spPr>
      </p:pic>
      <p:sp>
        <p:nvSpPr>
          <p:cNvPr id="102" name="Google Shape;102;p14"/>
          <p:cNvSpPr txBox="1"/>
          <p:nvPr/>
        </p:nvSpPr>
        <p:spPr>
          <a:xfrm>
            <a:off x="716934"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Giới Thiệu</a:t>
            </a:r>
            <a:endParaRPr/>
          </a:p>
        </p:txBody>
      </p:sp>
      <p:sp>
        <p:nvSpPr>
          <p:cNvPr id="103" name="Google Shape;103;p14"/>
          <p:cNvSpPr txBox="1"/>
          <p:nvPr/>
        </p:nvSpPr>
        <p:spPr>
          <a:xfrm>
            <a:off x="771525"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Mục tiêu, phạm vi và phương pháp thực hiện đề tài.</a:t>
            </a:r>
            <a:endParaRPr/>
          </a:p>
        </p:txBody>
      </p:sp>
      <p:pic>
        <p:nvPicPr>
          <p:cNvPr descr="image.png" id="104" name="Google Shape;104;p14"/>
          <p:cNvPicPr preferRelativeResize="0"/>
          <p:nvPr/>
        </p:nvPicPr>
        <p:blipFill rotWithShape="1">
          <a:blip r:embed="rId7">
            <a:alphaModFix/>
          </a:blip>
          <a:srcRect b="0" l="0" r="0" t="0"/>
          <a:stretch/>
        </p:blipFill>
        <p:spPr>
          <a:xfrm>
            <a:off x="4304109" y="2894707"/>
            <a:ext cx="762000" cy="762000"/>
          </a:xfrm>
          <a:prstGeom prst="rect">
            <a:avLst/>
          </a:prstGeom>
          <a:noFill/>
          <a:ln>
            <a:noFill/>
          </a:ln>
        </p:spPr>
      </p:pic>
      <p:sp>
        <p:nvSpPr>
          <p:cNvPr id="105" name="Google Shape;105;p14"/>
          <p:cNvSpPr txBox="1"/>
          <p:nvPr/>
        </p:nvSpPr>
        <p:spPr>
          <a:xfrm>
            <a:off x="3538716"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Phân Tích</a:t>
            </a:r>
            <a:endParaRPr/>
          </a:p>
        </p:txBody>
      </p:sp>
      <p:sp>
        <p:nvSpPr>
          <p:cNvPr id="106" name="Google Shape;106;p14"/>
          <p:cNvSpPr txBox="1"/>
          <p:nvPr/>
        </p:nvSpPr>
        <p:spPr>
          <a:xfrm>
            <a:off x="3593306"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Yêu cầu chức năng, phi chức năng và mô hình hệ thống.</a:t>
            </a:r>
            <a:endParaRPr/>
          </a:p>
        </p:txBody>
      </p:sp>
      <p:pic>
        <p:nvPicPr>
          <p:cNvPr descr="image.png" id="107" name="Google Shape;107;p14"/>
          <p:cNvPicPr preferRelativeResize="0"/>
          <p:nvPr/>
        </p:nvPicPr>
        <p:blipFill rotWithShape="1">
          <a:blip r:embed="rId7">
            <a:alphaModFix/>
          </a:blip>
          <a:srcRect b="0" l="0" r="0" t="0"/>
          <a:stretch/>
        </p:blipFill>
        <p:spPr>
          <a:xfrm>
            <a:off x="7125890" y="2894707"/>
            <a:ext cx="762000" cy="762000"/>
          </a:xfrm>
          <a:prstGeom prst="rect">
            <a:avLst/>
          </a:prstGeom>
          <a:noFill/>
          <a:ln>
            <a:noFill/>
          </a:ln>
        </p:spPr>
      </p:pic>
      <p:sp>
        <p:nvSpPr>
          <p:cNvPr id="108" name="Google Shape;108;p14"/>
          <p:cNvSpPr txBox="1"/>
          <p:nvPr/>
        </p:nvSpPr>
        <p:spPr>
          <a:xfrm>
            <a:off x="6360497"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Cơ Sở Dữ Liệu</a:t>
            </a:r>
            <a:endParaRPr/>
          </a:p>
        </p:txBody>
      </p:sp>
      <p:sp>
        <p:nvSpPr>
          <p:cNvPr id="109" name="Google Shape;109;p14"/>
          <p:cNvSpPr txBox="1"/>
          <p:nvPr/>
        </p:nvSpPr>
        <p:spPr>
          <a:xfrm>
            <a:off x="6415087"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Thiết kế các thực thể và quan hệ dữ liệu.</a:t>
            </a:r>
            <a:endParaRPr/>
          </a:p>
        </p:txBody>
      </p:sp>
      <p:pic>
        <p:nvPicPr>
          <p:cNvPr descr="image.png" id="110" name="Google Shape;110;p14"/>
          <p:cNvPicPr preferRelativeResize="0"/>
          <p:nvPr/>
        </p:nvPicPr>
        <p:blipFill rotWithShape="1">
          <a:blip r:embed="rId7">
            <a:alphaModFix/>
          </a:blip>
          <a:srcRect b="0" l="0" r="0" t="0"/>
          <a:stretch/>
        </p:blipFill>
        <p:spPr>
          <a:xfrm>
            <a:off x="9947671" y="2894707"/>
            <a:ext cx="762000" cy="762000"/>
          </a:xfrm>
          <a:prstGeom prst="rect">
            <a:avLst/>
          </a:prstGeom>
          <a:noFill/>
          <a:ln>
            <a:noFill/>
          </a:ln>
        </p:spPr>
      </p:pic>
      <p:sp>
        <p:nvSpPr>
          <p:cNvPr id="111" name="Google Shape;111;p14"/>
          <p:cNvSpPr txBox="1"/>
          <p:nvPr/>
        </p:nvSpPr>
        <p:spPr>
          <a:xfrm>
            <a:off x="9182278"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Demo</a:t>
            </a:r>
            <a:endParaRPr/>
          </a:p>
        </p:txBody>
      </p:sp>
      <p:sp>
        <p:nvSpPr>
          <p:cNvPr id="112" name="Google Shape;112;p14"/>
          <p:cNvSpPr txBox="1"/>
          <p:nvPr/>
        </p:nvSpPr>
        <p:spPr>
          <a:xfrm>
            <a:off x="9236868"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Trải nghiệm giao diện và các tính năng chính.</a:t>
            </a:r>
            <a:endParaRPr/>
          </a:p>
        </p:txBody>
      </p:sp>
      <p:pic>
        <p:nvPicPr>
          <p:cNvPr descr="image.png" id="113" name="Google Shape;113;p14"/>
          <p:cNvPicPr preferRelativeResize="0"/>
          <p:nvPr/>
        </p:nvPicPr>
        <p:blipFill rotWithShape="1">
          <a:blip r:embed="rId8">
            <a:alphaModFix/>
          </a:blip>
          <a:srcRect b="0" l="0" r="0" t="0"/>
          <a:stretch/>
        </p:blipFill>
        <p:spPr>
          <a:xfrm>
            <a:off x="1672828" y="3075682"/>
            <a:ext cx="381000" cy="381000"/>
          </a:xfrm>
          <a:prstGeom prst="rect">
            <a:avLst/>
          </a:prstGeom>
          <a:noFill/>
          <a:ln>
            <a:noFill/>
          </a:ln>
        </p:spPr>
      </p:pic>
      <p:pic>
        <p:nvPicPr>
          <p:cNvPr descr="image.png" id="114" name="Google Shape;114;p14"/>
          <p:cNvPicPr preferRelativeResize="0"/>
          <p:nvPr/>
        </p:nvPicPr>
        <p:blipFill rotWithShape="1">
          <a:blip r:embed="rId9">
            <a:alphaModFix/>
          </a:blip>
          <a:srcRect b="0" l="0" r="0" t="0"/>
          <a:stretch/>
        </p:blipFill>
        <p:spPr>
          <a:xfrm>
            <a:off x="4470796" y="3075682"/>
            <a:ext cx="428625" cy="381000"/>
          </a:xfrm>
          <a:prstGeom prst="rect">
            <a:avLst/>
          </a:prstGeom>
          <a:noFill/>
          <a:ln>
            <a:noFill/>
          </a:ln>
        </p:spPr>
      </p:pic>
      <p:pic>
        <p:nvPicPr>
          <p:cNvPr descr="image.png" id="115" name="Google Shape;115;p14"/>
          <p:cNvPicPr preferRelativeResize="0"/>
          <p:nvPr/>
        </p:nvPicPr>
        <p:blipFill rotWithShape="1">
          <a:blip r:embed="rId10">
            <a:alphaModFix/>
          </a:blip>
          <a:srcRect b="0" l="0" r="0" t="0"/>
          <a:stretch/>
        </p:blipFill>
        <p:spPr>
          <a:xfrm>
            <a:off x="7340203" y="3075682"/>
            <a:ext cx="333375" cy="381000"/>
          </a:xfrm>
          <a:prstGeom prst="rect">
            <a:avLst/>
          </a:prstGeom>
          <a:noFill/>
          <a:ln>
            <a:noFill/>
          </a:ln>
        </p:spPr>
      </p:pic>
      <p:pic>
        <p:nvPicPr>
          <p:cNvPr descr="image.png" id="116" name="Google Shape;116;p14"/>
          <p:cNvPicPr preferRelativeResize="0"/>
          <p:nvPr/>
        </p:nvPicPr>
        <p:blipFill rotWithShape="1">
          <a:blip r:embed="rId11">
            <a:alphaModFix/>
          </a:blip>
          <a:srcRect b="0" l="0" r="0" t="0"/>
          <a:stretch/>
        </p:blipFill>
        <p:spPr>
          <a:xfrm>
            <a:off x="10185796" y="3075682"/>
            <a:ext cx="285750" cy="381000"/>
          </a:xfrm>
          <a:prstGeom prst="rect">
            <a:avLst/>
          </a:prstGeom>
          <a:noFill/>
          <a:ln>
            <a:noFill/>
          </a:ln>
        </p:spPr>
      </p:pic>
      <p:sp>
        <p:nvSpPr>
          <p:cNvPr id="117" name="Google Shape;117;p14"/>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Nội Dung Báo Cáo</a:t>
            </a:r>
            <a:endParaRPr/>
          </a:p>
        </p:txBody>
      </p:sp>
      <p:sp>
        <p:nvSpPr>
          <p:cNvPr id="118" name="Google Shape;118;p14"/>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2" name="Shape 122"/>
        <p:cNvGrpSpPr/>
        <p:nvPr/>
      </p:nvGrpSpPr>
      <p:grpSpPr>
        <a:xfrm>
          <a:off x="0" y="0"/>
          <a:ext cx="0" cy="0"/>
          <a:chOff x="0" y="0"/>
          <a:chExt cx="0" cy="0"/>
        </a:xfrm>
      </p:grpSpPr>
      <p:pic>
        <p:nvPicPr>
          <p:cNvPr descr="image.png" id="123" name="Google Shape;123;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4" name="Google Shape;124;p15"/>
          <p:cNvPicPr preferRelativeResize="0"/>
          <p:nvPr/>
        </p:nvPicPr>
        <p:blipFill rotWithShape="1">
          <a:blip r:embed="rId4">
            <a:alphaModFix/>
          </a:blip>
          <a:srcRect b="0" l="0" r="0" t="0"/>
          <a:stretch/>
        </p:blipFill>
        <p:spPr>
          <a:xfrm>
            <a:off x="6334125" y="1990725"/>
            <a:ext cx="5286375" cy="3810000"/>
          </a:xfrm>
          <a:prstGeom prst="rect">
            <a:avLst/>
          </a:prstGeom>
          <a:noFill/>
          <a:ln>
            <a:noFill/>
          </a:ln>
        </p:spPr>
      </p:pic>
      <p:pic>
        <p:nvPicPr>
          <p:cNvPr descr="image.png" id="125" name="Google Shape;125;p15"/>
          <p:cNvPicPr preferRelativeResize="0"/>
          <p:nvPr/>
        </p:nvPicPr>
        <p:blipFill rotWithShape="1">
          <a:blip r:embed="rId5">
            <a:alphaModFix/>
          </a:blip>
          <a:srcRect b="0" l="0" r="0" t="0"/>
          <a:stretch/>
        </p:blipFill>
        <p:spPr>
          <a:xfrm>
            <a:off x="571500" y="4681537"/>
            <a:ext cx="5286375" cy="742950"/>
          </a:xfrm>
          <a:prstGeom prst="rect">
            <a:avLst/>
          </a:prstGeom>
          <a:noFill/>
          <a:ln>
            <a:noFill/>
          </a:ln>
        </p:spPr>
      </p:pic>
      <p:sp>
        <p:nvSpPr>
          <p:cNvPr id="126" name="Google Shape;126;p15"/>
          <p:cNvSpPr txBox="1"/>
          <p:nvPr/>
        </p:nvSpPr>
        <p:spPr>
          <a:xfrm>
            <a:off x="571500" y="2366962"/>
            <a:ext cx="5550693"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F1F5F9"/>
                </a:solidFill>
                <a:latin typeface="Urbanist"/>
                <a:ea typeface="Urbanist"/>
                <a:cs typeface="Urbanist"/>
                <a:sym typeface="Urbanist"/>
              </a:rPr>
              <a:t>Bối Cảnh &amp; Lý Do</a:t>
            </a:r>
            <a:endParaRPr/>
          </a:p>
        </p:txBody>
      </p:sp>
      <p:sp>
        <p:nvSpPr>
          <p:cNvPr id="127" name="Google Shape;127;p15"/>
          <p:cNvSpPr txBox="1"/>
          <p:nvPr/>
        </p:nvSpPr>
        <p:spPr>
          <a:xfrm>
            <a:off x="571500" y="2776537"/>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Trong kỷ nguyên số, âm nhạc là nhu cầu thiết yếu. Người dùng hiện đại mong muốn một trải nghiệm nghe nhạc trực tuyến mượt mà, tiện lợi và được cá nhân hóa.</a:t>
            </a:r>
            <a:endParaRPr/>
          </a:p>
        </p:txBody>
      </p:sp>
      <p:sp>
        <p:nvSpPr>
          <p:cNvPr id="128" name="Google Shape;128;p15"/>
          <p:cNvSpPr txBox="1"/>
          <p:nvPr/>
        </p:nvSpPr>
        <p:spPr>
          <a:xfrm>
            <a:off x="571500" y="3881437"/>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Tuy nhiên, nhiều ứng dụng hiện nay còn hạn chế về tốc độ tải hoặc giao diện phức tạp.</a:t>
            </a:r>
            <a:endParaRPr/>
          </a:p>
        </p:txBody>
      </p:sp>
      <p:pic>
        <p:nvPicPr>
          <p:cNvPr descr="image.png" id="129" name="Google Shape;129;p15"/>
          <p:cNvPicPr preferRelativeResize="0"/>
          <p:nvPr/>
        </p:nvPicPr>
        <p:blipFill rotWithShape="1">
          <a:blip r:embed="rId6">
            <a:alphaModFix/>
          </a:blip>
          <a:srcRect b="0" l="0" r="0" t="0"/>
          <a:stretch/>
        </p:blipFill>
        <p:spPr>
          <a:xfrm>
            <a:off x="6343650" y="2000250"/>
            <a:ext cx="5267325" cy="3790950"/>
          </a:xfrm>
          <a:prstGeom prst="rect">
            <a:avLst/>
          </a:prstGeom>
          <a:noFill/>
          <a:ln>
            <a:noFill/>
          </a:ln>
        </p:spPr>
      </p:pic>
      <p:sp>
        <p:nvSpPr>
          <p:cNvPr id="130" name="Google Shape;130;p15"/>
          <p:cNvSpPr txBox="1"/>
          <p:nvPr/>
        </p:nvSpPr>
        <p:spPr>
          <a:xfrm>
            <a:off x="800100" y="4872037"/>
            <a:ext cx="72300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1F5F9"/>
                </a:solidFill>
                <a:latin typeface="Urbanist"/>
                <a:ea typeface="Urbanist"/>
                <a:cs typeface="Urbanist"/>
                <a:sym typeface="Urbanist"/>
              </a:rPr>
              <a:t>Giải pháp:</a:t>
            </a:r>
            <a:endParaRPr/>
          </a:p>
        </p:txBody>
      </p:sp>
      <p:sp>
        <p:nvSpPr>
          <p:cNvPr id="131" name="Google Shape;131;p15"/>
          <p:cNvSpPr txBox="1"/>
          <p:nvPr/>
        </p:nvSpPr>
        <p:spPr>
          <a:xfrm>
            <a:off x="2974032" y="4872037"/>
            <a:ext cx="8953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1F5F9"/>
                </a:solidFill>
                <a:latin typeface="Urbanist"/>
                <a:ea typeface="Urbanist"/>
                <a:cs typeface="Urbanist"/>
                <a:sym typeface="Urbanist"/>
              </a:rPr>
              <a:t>"MobilMusic"</a:t>
            </a:r>
            <a:endParaRPr/>
          </a:p>
        </p:txBody>
      </p:sp>
      <p:sp>
        <p:nvSpPr>
          <p:cNvPr id="132" name="Google Shape;132;p15"/>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Giới Thiệu Đề Tài</a:t>
            </a:r>
            <a:endParaRPr/>
          </a:p>
        </p:txBody>
      </p:sp>
      <p:sp>
        <p:nvSpPr>
          <p:cNvPr id="133" name="Google Shape;133;p15"/>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7" name="Shape 137"/>
        <p:cNvGrpSpPr/>
        <p:nvPr/>
      </p:nvGrpSpPr>
      <p:grpSpPr>
        <a:xfrm>
          <a:off x="0" y="0"/>
          <a:ext cx="0" cy="0"/>
          <a:chOff x="0" y="0"/>
          <a:chExt cx="0" cy="0"/>
        </a:xfrm>
      </p:grpSpPr>
      <p:pic>
        <p:nvPicPr>
          <p:cNvPr descr="image.png" id="138" name="Google Shape;138;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9" name="Google Shape;139;p16"/>
          <p:cNvPicPr preferRelativeResize="0"/>
          <p:nvPr/>
        </p:nvPicPr>
        <p:blipFill rotWithShape="1">
          <a:blip r:embed="rId4">
            <a:alphaModFix/>
          </a:blip>
          <a:srcRect b="0" l="0" r="0" t="0"/>
          <a:stretch/>
        </p:blipFill>
        <p:spPr>
          <a:xfrm>
            <a:off x="571500" y="1504950"/>
            <a:ext cx="5286375" cy="4781550"/>
          </a:xfrm>
          <a:prstGeom prst="rect">
            <a:avLst/>
          </a:prstGeom>
          <a:noFill/>
          <a:ln>
            <a:noFill/>
          </a:ln>
        </p:spPr>
      </p:pic>
      <p:pic>
        <p:nvPicPr>
          <p:cNvPr descr="image.png" id="140" name="Google Shape;140;p16"/>
          <p:cNvPicPr preferRelativeResize="0"/>
          <p:nvPr/>
        </p:nvPicPr>
        <p:blipFill rotWithShape="1">
          <a:blip r:embed="rId5">
            <a:alphaModFix/>
          </a:blip>
          <a:srcRect b="0" l="0" r="0" t="0"/>
          <a:stretch/>
        </p:blipFill>
        <p:spPr>
          <a:xfrm>
            <a:off x="6334125" y="1504950"/>
            <a:ext cx="5286375" cy="4781550"/>
          </a:xfrm>
          <a:prstGeom prst="rect">
            <a:avLst/>
          </a:prstGeom>
          <a:noFill/>
          <a:ln>
            <a:noFill/>
          </a:ln>
        </p:spPr>
      </p:pic>
      <p:sp>
        <p:nvSpPr>
          <p:cNvPr id="141" name="Google Shape;141;p16"/>
          <p:cNvSpPr txBox="1"/>
          <p:nvPr/>
        </p:nvSpPr>
        <p:spPr>
          <a:xfrm>
            <a:off x="866775" y="1800225"/>
            <a:ext cx="493061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DD4BF"/>
                </a:solidFill>
                <a:latin typeface="Urbanist"/>
                <a:ea typeface="Urbanist"/>
                <a:cs typeface="Urbanist"/>
                <a:sym typeface="Urbanist"/>
              </a:rPr>
              <a:t>Mục Tiêu Ứng Dụng</a:t>
            </a:r>
            <a:endParaRPr/>
          </a:p>
        </p:txBody>
      </p:sp>
      <p:sp>
        <p:nvSpPr>
          <p:cNvPr id="142" name="Google Shape;142;p16"/>
          <p:cNvSpPr/>
          <p:nvPr/>
        </p:nvSpPr>
        <p:spPr>
          <a:xfrm>
            <a:off x="866775" y="2219325"/>
            <a:ext cx="4695825" cy="9525"/>
          </a:xfrm>
          <a:prstGeom prst="rect">
            <a:avLst/>
          </a:prstGeom>
          <a:solidFill>
            <a:srgbClr val="2DD4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6629400" y="1800225"/>
            <a:ext cx="493061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DD4BF"/>
                </a:solidFill>
                <a:latin typeface="Urbanist"/>
                <a:ea typeface="Urbanist"/>
                <a:cs typeface="Urbanist"/>
                <a:sym typeface="Urbanist"/>
              </a:rPr>
              <a:t>Phạm Vi &amp; Đối Tượng</a:t>
            </a:r>
            <a:endParaRPr/>
          </a:p>
        </p:txBody>
      </p:sp>
      <p:sp>
        <p:nvSpPr>
          <p:cNvPr id="144" name="Google Shape;144;p16"/>
          <p:cNvSpPr/>
          <p:nvPr/>
        </p:nvSpPr>
        <p:spPr>
          <a:xfrm>
            <a:off x="6629400" y="2219325"/>
            <a:ext cx="4695825" cy="9525"/>
          </a:xfrm>
          <a:prstGeom prst="rect">
            <a:avLst/>
          </a:prstGeom>
          <a:solidFill>
            <a:srgbClr val="2DD4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1019175" y="25717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46" name="Google Shape;146;p16"/>
          <p:cNvSpPr txBox="1"/>
          <p:nvPr/>
        </p:nvSpPr>
        <p:spPr>
          <a:xfrm>
            <a:off x="1057275" y="2571750"/>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Streaming:</a:t>
            </a:r>
            <a:r>
              <a:rPr b="0" i="0" lang="en-US" sz="1500" u="none" cap="none" strike="noStrike">
                <a:solidFill>
                  <a:srgbClr val="CBD5E1"/>
                </a:solidFill>
                <a:latin typeface="Urbanist"/>
                <a:ea typeface="Urbanist"/>
                <a:cs typeface="Urbanist"/>
                <a:sym typeface="Urbanist"/>
              </a:rPr>
              <a:t> Phát nhạc trực tuyến nhanh chóng, ổn định.</a:t>
            </a:r>
            <a:endParaRPr/>
          </a:p>
        </p:txBody>
      </p:sp>
      <p:sp>
        <p:nvSpPr>
          <p:cNvPr id="147" name="Google Shape;147;p16"/>
          <p:cNvSpPr txBox="1"/>
          <p:nvPr/>
        </p:nvSpPr>
        <p:spPr>
          <a:xfrm>
            <a:off x="1019175" y="31813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48" name="Google Shape;148;p16"/>
          <p:cNvSpPr txBox="1"/>
          <p:nvPr/>
        </p:nvSpPr>
        <p:spPr>
          <a:xfrm>
            <a:off x="1057275" y="3181350"/>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Điều khiển:</a:t>
            </a:r>
            <a:r>
              <a:rPr b="0" i="0" lang="en-US" sz="1500" u="none" cap="none" strike="noStrike">
                <a:solidFill>
                  <a:srgbClr val="CBD5E1"/>
                </a:solidFill>
                <a:latin typeface="Urbanist"/>
                <a:ea typeface="Urbanist"/>
                <a:cs typeface="Urbanist"/>
                <a:sym typeface="Urbanist"/>
              </a:rPr>
              <a:t> Play, Pause, Next, Previous, Shuffle, Repeat.</a:t>
            </a:r>
            <a:endParaRPr/>
          </a:p>
        </p:txBody>
      </p:sp>
      <p:sp>
        <p:nvSpPr>
          <p:cNvPr id="149" name="Google Shape;149;p16"/>
          <p:cNvSpPr txBox="1"/>
          <p:nvPr/>
        </p:nvSpPr>
        <p:spPr>
          <a:xfrm>
            <a:off x="1019175" y="37909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50" name="Google Shape;150;p16"/>
          <p:cNvSpPr txBox="1"/>
          <p:nvPr/>
        </p:nvSpPr>
        <p:spPr>
          <a:xfrm>
            <a:off x="1057275" y="3790950"/>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Thông tin:</a:t>
            </a:r>
            <a:r>
              <a:rPr b="0" i="0" lang="en-US" sz="1500" u="none" cap="none" strike="noStrike">
                <a:solidFill>
                  <a:srgbClr val="CBD5E1"/>
                </a:solidFill>
                <a:latin typeface="Urbanist"/>
                <a:ea typeface="Urbanist"/>
                <a:cs typeface="Urbanist"/>
                <a:sym typeface="Urbanist"/>
              </a:rPr>
              <a:t> Hiển thị đầy đủ lời bài hát, ca sĩ, album.</a:t>
            </a:r>
            <a:endParaRPr/>
          </a:p>
        </p:txBody>
      </p:sp>
      <p:sp>
        <p:nvSpPr>
          <p:cNvPr id="151" name="Google Shape;151;p16"/>
          <p:cNvSpPr txBox="1"/>
          <p:nvPr/>
        </p:nvSpPr>
        <p:spPr>
          <a:xfrm>
            <a:off x="1019175" y="40957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52" name="Google Shape;152;p16"/>
          <p:cNvSpPr txBox="1"/>
          <p:nvPr/>
        </p:nvSpPr>
        <p:spPr>
          <a:xfrm>
            <a:off x="1057275" y="4095750"/>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Bảo mật:</a:t>
            </a:r>
            <a:r>
              <a:rPr b="0" i="0" lang="en-US" sz="1500" u="none" cap="none" strike="noStrike">
                <a:solidFill>
                  <a:srgbClr val="CBD5E1"/>
                </a:solidFill>
                <a:latin typeface="Urbanist"/>
                <a:ea typeface="Urbanist"/>
                <a:cs typeface="Urbanist"/>
                <a:sym typeface="Urbanist"/>
              </a:rPr>
              <a:t> Mã hóa dữ liệu người dùng và xác thực qua JWT.</a:t>
            </a:r>
            <a:endParaRPr/>
          </a:p>
        </p:txBody>
      </p:sp>
      <p:sp>
        <p:nvSpPr>
          <p:cNvPr id="153" name="Google Shape;153;p16"/>
          <p:cNvSpPr txBox="1"/>
          <p:nvPr/>
        </p:nvSpPr>
        <p:spPr>
          <a:xfrm>
            <a:off x="6781800" y="25717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54" name="Google Shape;154;p16"/>
          <p:cNvSpPr txBox="1"/>
          <p:nvPr/>
        </p:nvSpPr>
        <p:spPr>
          <a:xfrm>
            <a:off x="6819900" y="2571750"/>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Chức năng:</a:t>
            </a:r>
            <a:r>
              <a:rPr b="0" i="0" lang="en-US" sz="1500" u="none" cap="none" strike="noStrike">
                <a:solidFill>
                  <a:srgbClr val="CBD5E1"/>
                </a:solidFill>
                <a:latin typeface="Urbanist"/>
                <a:ea typeface="Urbanist"/>
                <a:cs typeface="Urbanist"/>
                <a:sym typeface="Urbanist"/>
              </a:rPr>
              <a:t> Đăng nhập, Tìm kiếm, Nghe nhạc, Quản lý Playlist.</a:t>
            </a:r>
            <a:endParaRPr/>
          </a:p>
        </p:txBody>
      </p:sp>
      <p:sp>
        <p:nvSpPr>
          <p:cNvPr id="155" name="Google Shape;155;p16"/>
          <p:cNvSpPr txBox="1"/>
          <p:nvPr/>
        </p:nvSpPr>
        <p:spPr>
          <a:xfrm>
            <a:off x="6781800" y="31813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56" name="Google Shape;156;p16"/>
          <p:cNvSpPr txBox="1"/>
          <p:nvPr/>
        </p:nvSpPr>
        <p:spPr>
          <a:xfrm>
            <a:off x="6819900" y="3181350"/>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Kỹ thuật:</a:t>
            </a:r>
            <a:r>
              <a:rPr b="0" i="0" lang="en-US" sz="1500" u="none" cap="none" strike="noStrike">
                <a:solidFill>
                  <a:srgbClr val="CBD5E1"/>
                </a:solidFill>
                <a:latin typeface="Urbanist"/>
                <a:ea typeface="Urbanist"/>
                <a:cs typeface="Urbanist"/>
                <a:sym typeface="Urbanist"/>
              </a:rPr>
              <a:t> Nền tảng Mobile (Android/iOS), giao tiếp qua RESTful API.</a:t>
            </a:r>
            <a:endParaRPr/>
          </a:p>
        </p:txBody>
      </p:sp>
      <p:sp>
        <p:nvSpPr>
          <p:cNvPr id="157" name="Google Shape;157;p16"/>
          <p:cNvSpPr txBox="1"/>
          <p:nvPr/>
        </p:nvSpPr>
        <p:spPr>
          <a:xfrm>
            <a:off x="6781800" y="3790950"/>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158" name="Google Shape;158;p16"/>
          <p:cNvSpPr txBox="1"/>
          <p:nvPr/>
        </p:nvSpPr>
        <p:spPr>
          <a:xfrm>
            <a:off x="6819900" y="3790950"/>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Đối tượng:</a:t>
            </a:r>
            <a:r>
              <a:rPr b="0" i="0" lang="en-US" sz="1500" u="none" cap="none" strike="noStrike">
                <a:solidFill>
                  <a:srgbClr val="CBD5E1"/>
                </a:solidFill>
                <a:latin typeface="Urbanist"/>
                <a:ea typeface="Urbanist"/>
                <a:cs typeface="Urbanist"/>
                <a:sym typeface="Urbanist"/>
              </a:rPr>
              <a:t> Người yêu thích âm nhạc và các nhà phát triển muốn mở rộng hệ thống.</a:t>
            </a:r>
            <a:endParaRPr/>
          </a:p>
        </p:txBody>
      </p:sp>
      <p:sp>
        <p:nvSpPr>
          <p:cNvPr id="159" name="Google Shape;159;p16"/>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Mục Tiêu &amp; Phạm Vi</a:t>
            </a:r>
            <a:endParaRPr/>
          </a:p>
        </p:txBody>
      </p:sp>
      <p:sp>
        <p:nvSpPr>
          <p:cNvPr id="160" name="Google Shape;160;p16"/>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4" name="Shape 164"/>
        <p:cNvGrpSpPr/>
        <p:nvPr/>
      </p:nvGrpSpPr>
      <p:grpSpPr>
        <a:xfrm>
          <a:off x="0" y="0"/>
          <a:ext cx="0" cy="0"/>
          <a:chOff x="0" y="0"/>
          <a:chExt cx="0" cy="0"/>
        </a:xfrm>
      </p:grpSpPr>
      <p:pic>
        <p:nvPicPr>
          <p:cNvPr descr="image.png" id="165" name="Google Shape;165;p17"/>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66" name="Google Shape;166;p17"/>
          <p:cNvGraphicFramePr/>
          <p:nvPr/>
        </p:nvGraphicFramePr>
        <p:xfrm>
          <a:off x="571500" y="1799332"/>
          <a:ext cx="3000000" cy="3000000"/>
        </p:xfrm>
        <a:graphic>
          <a:graphicData uri="http://schemas.openxmlformats.org/drawingml/2006/table">
            <a:tbl>
              <a:tblPr bandRow="1" firstRow="1">
                <a:noFill/>
                <a:tableStyleId>{F4F949C3-8D03-4D79-A17A-D6DB5574EC98}</a:tableStyleId>
              </a:tblPr>
              <a:tblGrid>
                <a:gridCol w="4419600"/>
                <a:gridCol w="6629400"/>
              </a:tblGrid>
              <a:tr h="698800">
                <a:tc>
                  <a:txBody>
                    <a:bodyPr/>
                    <a:lstStyle/>
                    <a:p>
                      <a:pPr indent="0" lvl="0" marL="0" marR="0" rtl="0" algn="l">
                        <a:spcBef>
                          <a:spcPts val="0"/>
                        </a:spcBef>
                        <a:spcAft>
                          <a:spcPts val="0"/>
                        </a:spcAft>
                        <a:buNone/>
                      </a:pPr>
                      <a:r>
                        <a:rPr b="1" i="0" lang="en-US" sz="1650" u="none" cap="none" strike="noStrike">
                          <a:solidFill>
                            <a:srgbClr val="A78BFA"/>
                          </a:solidFill>
                          <a:latin typeface="Urbanist"/>
                          <a:ea typeface="Urbanist"/>
                          <a:cs typeface="Urbanist"/>
                          <a:sym typeface="Urbanist"/>
                        </a:rPr>
                        <a:t>Thành phần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B5CF6"/>
                    </a:solidFill>
                  </a:tcPr>
                </a:tc>
                <a:tc>
                  <a:txBody>
                    <a:bodyPr/>
                    <a:lstStyle/>
                    <a:p>
                      <a:pPr indent="0" lvl="0" marL="0" marR="0" rtl="0" algn="l">
                        <a:spcBef>
                          <a:spcPts val="0"/>
                        </a:spcBef>
                        <a:spcAft>
                          <a:spcPts val="0"/>
                        </a:spcAft>
                        <a:buNone/>
                      </a:pPr>
                      <a:r>
                        <a:rPr b="1" i="0" lang="en-US" sz="1650" u="none" cap="none" strike="noStrike">
                          <a:solidFill>
                            <a:srgbClr val="A78BFA"/>
                          </a:solidFill>
                          <a:latin typeface="Urbanist"/>
                          <a:ea typeface="Urbanist"/>
                          <a:cs typeface="Urbanist"/>
                          <a:sym typeface="Urbanist"/>
                        </a:rPr>
                        <a:t>Công cụ / Ngôn ngữ</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B5CF6"/>
                    </a:solidFill>
                  </a:tcPr>
                </a:tc>
              </a:tr>
              <a:tr h="698800">
                <a:tc>
                  <a:txBody>
                    <a:bodyPr/>
                    <a:lstStyle/>
                    <a:p>
                      <a:pPr indent="0" lvl="0" marL="0" marR="0" rtl="0" algn="l">
                        <a:spcBef>
                          <a:spcPts val="0"/>
                        </a:spcBef>
                        <a:spcAft>
                          <a:spcPts val="0"/>
                        </a:spcAft>
                        <a:buNone/>
                      </a:pPr>
                      <a:r>
                        <a:rPr b="1" i="0" lang="en-US" sz="1500" u="none" cap="none" strike="noStrike">
                          <a:solidFill>
                            <a:srgbClr val="CBD5E1"/>
                          </a:solidFill>
                          <a:latin typeface="Urbanist"/>
                          <a:ea typeface="Urbanist"/>
                          <a:cs typeface="Urbanist"/>
                          <a:sym typeface="Urbanist"/>
                        </a:rPr>
                        <a:t>Ngôn ngữ lập trình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C#, .NET, Java/Kotlin (Android), Swift (iOS)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8800">
                <a:tc>
                  <a:txBody>
                    <a:bodyPr/>
                    <a:lstStyle/>
                    <a:p>
                      <a:pPr indent="0" lvl="0" marL="0" marR="0" rtl="0" algn="l">
                        <a:spcBef>
                          <a:spcPts val="0"/>
                        </a:spcBef>
                        <a:spcAft>
                          <a:spcPts val="0"/>
                        </a:spcAft>
                        <a:buNone/>
                      </a:pPr>
                      <a:r>
                        <a:rPr b="1" i="0" lang="en-US" sz="1500" u="none" cap="none" strike="noStrike">
                          <a:solidFill>
                            <a:srgbClr val="CBD5E1"/>
                          </a:solidFill>
                          <a:latin typeface="Urbanist"/>
                          <a:ea typeface="Urbanist"/>
                          <a:cs typeface="Urbanist"/>
                          <a:sym typeface="Urbanist"/>
                        </a:rPr>
                        <a:t>Thiết kế giao diện (UI/UX)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Figma, Android Studio Designer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8800">
                <a:tc>
                  <a:txBody>
                    <a:bodyPr/>
                    <a:lstStyle/>
                    <a:p>
                      <a:pPr indent="0" lvl="0" marL="0" marR="0" rtl="0" algn="l">
                        <a:spcBef>
                          <a:spcPts val="0"/>
                        </a:spcBef>
                        <a:spcAft>
                          <a:spcPts val="0"/>
                        </a:spcAft>
                        <a:buNone/>
                      </a:pPr>
                      <a:r>
                        <a:rPr b="1" i="0" lang="en-US" sz="1500" u="none" cap="none" strike="noStrike">
                          <a:solidFill>
                            <a:srgbClr val="CBD5E1"/>
                          </a:solidFill>
                          <a:latin typeface="Urbanist"/>
                          <a:ea typeface="Urbanist"/>
                          <a:cs typeface="Urbanist"/>
                          <a:sym typeface="Urbanist"/>
                        </a:rPr>
                        <a:t>Kiểm thử &amp; 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Postman, Visual Studio Debugger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8800">
                <a:tc>
                  <a:txBody>
                    <a:bodyPr/>
                    <a:lstStyle/>
                    <a:p>
                      <a:pPr indent="0" lvl="0" marL="0" marR="0" rtl="0" algn="l">
                        <a:spcBef>
                          <a:spcPts val="0"/>
                        </a:spcBef>
                        <a:spcAft>
                          <a:spcPts val="0"/>
                        </a:spcAft>
                        <a:buNone/>
                      </a:pPr>
                      <a:r>
                        <a:rPr b="1" i="0" lang="en-US" sz="1500" u="none" cap="none" strike="noStrike">
                          <a:solidFill>
                            <a:srgbClr val="CBD5E1"/>
                          </a:solidFill>
                          <a:latin typeface="Urbanist"/>
                          <a:ea typeface="Urbanist"/>
                          <a:cs typeface="Urbanist"/>
                          <a:sym typeface="Urbanist"/>
                        </a:rPr>
                        <a:t>Mô hình hóa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Draw.io, StarUML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8800">
                <a:tc>
                  <a:txBody>
                    <a:bodyPr/>
                    <a:lstStyle/>
                    <a:p>
                      <a:pPr indent="0" lvl="0" marL="0" marR="0" rtl="0" algn="l">
                        <a:spcBef>
                          <a:spcPts val="0"/>
                        </a:spcBef>
                        <a:spcAft>
                          <a:spcPts val="0"/>
                        </a:spcAft>
                        <a:buNone/>
                      </a:pPr>
                      <a:r>
                        <a:rPr b="1" i="0" lang="en-US" sz="1500" u="none" cap="none" strike="noStrike">
                          <a:solidFill>
                            <a:srgbClr val="CBD5E1"/>
                          </a:solidFill>
                          <a:latin typeface="Urbanist"/>
                          <a:ea typeface="Urbanist"/>
                          <a:cs typeface="Urbanist"/>
                          <a:sym typeface="Urbanist"/>
                        </a:rPr>
                        <a:t>Quản lý mã nguồn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GitHub, Git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7" name="Google Shape;167;p17"/>
          <p:cNvSpPr/>
          <p:nvPr/>
        </p:nvSpPr>
        <p:spPr>
          <a:xfrm>
            <a:off x="571500" y="2510730"/>
            <a:ext cx="4419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7"/>
          <p:cNvSpPr/>
          <p:nvPr/>
        </p:nvSpPr>
        <p:spPr>
          <a:xfrm>
            <a:off x="4991100" y="2510730"/>
            <a:ext cx="66294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7"/>
          <p:cNvSpPr/>
          <p:nvPr/>
        </p:nvSpPr>
        <p:spPr>
          <a:xfrm>
            <a:off x="571500" y="3206055"/>
            <a:ext cx="4419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7"/>
          <p:cNvSpPr/>
          <p:nvPr/>
        </p:nvSpPr>
        <p:spPr>
          <a:xfrm>
            <a:off x="4991100" y="3206055"/>
            <a:ext cx="66294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7"/>
          <p:cNvSpPr/>
          <p:nvPr/>
        </p:nvSpPr>
        <p:spPr>
          <a:xfrm>
            <a:off x="571500" y="3901380"/>
            <a:ext cx="4419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7"/>
          <p:cNvSpPr/>
          <p:nvPr/>
        </p:nvSpPr>
        <p:spPr>
          <a:xfrm>
            <a:off x="4991100" y="3901380"/>
            <a:ext cx="66294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7"/>
          <p:cNvSpPr/>
          <p:nvPr/>
        </p:nvSpPr>
        <p:spPr>
          <a:xfrm>
            <a:off x="571500" y="4596705"/>
            <a:ext cx="4419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7"/>
          <p:cNvSpPr/>
          <p:nvPr/>
        </p:nvSpPr>
        <p:spPr>
          <a:xfrm>
            <a:off x="4991100" y="4596705"/>
            <a:ext cx="66294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7"/>
          <p:cNvSpPr/>
          <p:nvPr/>
        </p:nvSpPr>
        <p:spPr>
          <a:xfrm>
            <a:off x="571500" y="5292030"/>
            <a:ext cx="4419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7"/>
          <p:cNvSpPr/>
          <p:nvPr/>
        </p:nvSpPr>
        <p:spPr>
          <a:xfrm>
            <a:off x="4991100" y="5292030"/>
            <a:ext cx="66294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7"/>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Công Cụ &amp; Phương Pháp</a:t>
            </a:r>
            <a:endParaRPr/>
          </a:p>
        </p:txBody>
      </p:sp>
      <p:sp>
        <p:nvSpPr>
          <p:cNvPr id="178" name="Google Shape;178;p17"/>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2" name="Shape 182"/>
        <p:cNvGrpSpPr/>
        <p:nvPr/>
      </p:nvGrpSpPr>
      <p:grpSpPr>
        <a:xfrm>
          <a:off x="0" y="0"/>
          <a:ext cx="0" cy="0"/>
          <a:chOff x="0" y="0"/>
          <a:chExt cx="0" cy="0"/>
        </a:xfrm>
      </p:grpSpPr>
      <p:pic>
        <p:nvPicPr>
          <p:cNvPr descr="image.png" id="183" name="Google Shape;18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4" name="Google Shape;184;p18"/>
          <p:cNvPicPr preferRelativeResize="0"/>
          <p:nvPr/>
        </p:nvPicPr>
        <p:blipFill rotWithShape="1">
          <a:blip r:embed="rId4">
            <a:alphaModFix/>
          </a:blip>
          <a:srcRect b="0" l="0" r="0" t="0"/>
          <a:stretch/>
        </p:blipFill>
        <p:spPr>
          <a:xfrm>
            <a:off x="847725" y="2257425"/>
            <a:ext cx="285750" cy="228600"/>
          </a:xfrm>
          <a:prstGeom prst="rect">
            <a:avLst/>
          </a:prstGeom>
          <a:noFill/>
          <a:ln>
            <a:noFill/>
          </a:ln>
        </p:spPr>
      </p:pic>
      <p:pic>
        <p:nvPicPr>
          <p:cNvPr descr="image.png" id="185" name="Google Shape;185;p18"/>
          <p:cNvPicPr preferRelativeResize="0"/>
          <p:nvPr/>
        </p:nvPicPr>
        <p:blipFill rotWithShape="1">
          <a:blip r:embed="rId5">
            <a:alphaModFix/>
          </a:blip>
          <a:srcRect b="0" l="0" r="0" t="0"/>
          <a:stretch/>
        </p:blipFill>
        <p:spPr>
          <a:xfrm>
            <a:off x="6515100" y="2257425"/>
            <a:ext cx="228600" cy="228600"/>
          </a:xfrm>
          <a:prstGeom prst="rect">
            <a:avLst/>
          </a:prstGeom>
          <a:noFill/>
          <a:ln>
            <a:noFill/>
          </a:ln>
        </p:spPr>
      </p:pic>
      <p:pic>
        <p:nvPicPr>
          <p:cNvPr descr="image.png" id="186" name="Google Shape;186;p18"/>
          <p:cNvPicPr preferRelativeResize="0"/>
          <p:nvPr/>
        </p:nvPicPr>
        <p:blipFill rotWithShape="1">
          <a:blip r:embed="rId6">
            <a:alphaModFix/>
          </a:blip>
          <a:srcRect b="0" l="0" r="0" t="0"/>
          <a:stretch/>
        </p:blipFill>
        <p:spPr>
          <a:xfrm>
            <a:off x="847725" y="4314825"/>
            <a:ext cx="228600" cy="228600"/>
          </a:xfrm>
          <a:prstGeom prst="rect">
            <a:avLst/>
          </a:prstGeom>
          <a:noFill/>
          <a:ln>
            <a:noFill/>
          </a:ln>
        </p:spPr>
      </p:pic>
      <p:sp>
        <p:nvSpPr>
          <p:cNvPr id="187" name="Google Shape;187;p18"/>
          <p:cNvSpPr txBox="1"/>
          <p:nvPr/>
        </p:nvSpPr>
        <p:spPr>
          <a:xfrm>
            <a:off x="1276350" y="2257425"/>
            <a:ext cx="2045047"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Đăng Nhập &amp; Tài Khoản</a:t>
            </a:r>
            <a:endParaRPr/>
          </a:p>
        </p:txBody>
      </p:sp>
      <p:sp>
        <p:nvSpPr>
          <p:cNvPr id="188" name="Google Shape;188;p18"/>
          <p:cNvSpPr txBox="1"/>
          <p:nvPr/>
        </p:nvSpPr>
        <p:spPr>
          <a:xfrm>
            <a:off x="1276350" y="2714625"/>
            <a:ext cx="44386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Hỗ trợ đăng nhập an toàn qua Email/Mật khẩu và quản lý thông tin cá nhân.</a:t>
            </a:r>
            <a:endParaRPr/>
          </a:p>
        </p:txBody>
      </p:sp>
      <p:sp>
        <p:nvSpPr>
          <p:cNvPr id="189" name="Google Shape;189;p18"/>
          <p:cNvSpPr txBox="1"/>
          <p:nvPr/>
        </p:nvSpPr>
        <p:spPr>
          <a:xfrm>
            <a:off x="6886575" y="2257425"/>
            <a:ext cx="136326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Trình Phát Nhạc</a:t>
            </a:r>
            <a:endParaRPr/>
          </a:p>
        </p:txBody>
      </p:sp>
      <p:sp>
        <p:nvSpPr>
          <p:cNvPr id="190" name="Google Shape;190;p18"/>
          <p:cNvSpPr txBox="1"/>
          <p:nvPr/>
        </p:nvSpPr>
        <p:spPr>
          <a:xfrm>
            <a:off x="6886575" y="2714625"/>
            <a:ext cx="4495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Streaming mượt mà với các tính năng: Seek, Shuffle, Repeat và chạy nền.</a:t>
            </a:r>
            <a:endParaRPr/>
          </a:p>
        </p:txBody>
      </p:sp>
      <p:sp>
        <p:nvSpPr>
          <p:cNvPr id="191" name="Google Shape;191;p18"/>
          <p:cNvSpPr txBox="1"/>
          <p:nvPr/>
        </p:nvSpPr>
        <p:spPr>
          <a:xfrm>
            <a:off x="1219200" y="4314825"/>
            <a:ext cx="1906190"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Tìm Kiếm Thông Minh</a:t>
            </a:r>
            <a:endParaRPr/>
          </a:p>
        </p:txBody>
      </p:sp>
      <p:sp>
        <p:nvSpPr>
          <p:cNvPr id="192" name="Google Shape;192;p18"/>
          <p:cNvSpPr txBox="1"/>
          <p:nvPr/>
        </p:nvSpPr>
        <p:spPr>
          <a:xfrm>
            <a:off x="1219200" y="4772025"/>
            <a:ext cx="4495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Tra cứu nhanh bài hát, tên ca sĩ, album hoặc thể loại nhạc.</a:t>
            </a:r>
            <a:endParaRPr/>
          </a:p>
        </p:txBody>
      </p:sp>
      <p:sp>
        <p:nvSpPr>
          <p:cNvPr id="193" name="Google Shape;193;p18"/>
          <p:cNvSpPr txBox="1"/>
          <p:nvPr/>
        </p:nvSpPr>
        <p:spPr>
          <a:xfrm>
            <a:off x="6657975" y="4314825"/>
            <a:ext cx="153352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Thông Tin Bài Hát</a:t>
            </a:r>
            <a:endParaRPr/>
          </a:p>
        </p:txBody>
      </p:sp>
      <p:sp>
        <p:nvSpPr>
          <p:cNvPr id="194" name="Google Shape;194;p18"/>
          <p:cNvSpPr txBox="1"/>
          <p:nvPr/>
        </p:nvSpPr>
        <p:spPr>
          <a:xfrm>
            <a:off x="6657975" y="4772025"/>
            <a:ext cx="47244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Hiển thị ảnh bìa album, thời lượng, lời bài hát và nghệ sĩ trình bày.</a:t>
            </a:r>
            <a:endParaRPr/>
          </a:p>
        </p:txBody>
      </p:sp>
      <p:sp>
        <p:nvSpPr>
          <p:cNvPr id="195" name="Google Shape;195;p18"/>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Yêu Cầu Chức Năng</a:t>
            </a:r>
            <a:endParaRPr/>
          </a:p>
        </p:txBody>
      </p:sp>
      <p:sp>
        <p:nvSpPr>
          <p:cNvPr id="196" name="Google Shape;196;p18"/>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0" name="Shape 200"/>
        <p:cNvGrpSpPr/>
        <p:nvPr/>
      </p:nvGrpSpPr>
      <p:grpSpPr>
        <a:xfrm>
          <a:off x="0" y="0"/>
          <a:ext cx="0" cy="0"/>
          <a:chOff x="0" y="0"/>
          <a:chExt cx="0" cy="0"/>
        </a:xfrm>
      </p:grpSpPr>
      <p:pic>
        <p:nvPicPr>
          <p:cNvPr descr="image.png" id="201" name="Google Shape;201;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2" name="Google Shape;202;p19"/>
          <p:cNvPicPr preferRelativeResize="0"/>
          <p:nvPr/>
        </p:nvPicPr>
        <p:blipFill rotWithShape="1">
          <a:blip r:embed="rId4">
            <a:alphaModFix/>
          </a:blip>
          <a:srcRect b="0" l="0" r="0" t="0"/>
          <a:stretch/>
        </p:blipFill>
        <p:spPr>
          <a:xfrm>
            <a:off x="571500" y="2599432"/>
            <a:ext cx="2583656" cy="2592585"/>
          </a:xfrm>
          <a:prstGeom prst="rect">
            <a:avLst/>
          </a:prstGeom>
          <a:noFill/>
          <a:ln>
            <a:noFill/>
          </a:ln>
        </p:spPr>
      </p:pic>
      <p:pic>
        <p:nvPicPr>
          <p:cNvPr descr="image.png" id="203" name="Google Shape;203;p19"/>
          <p:cNvPicPr preferRelativeResize="0"/>
          <p:nvPr/>
        </p:nvPicPr>
        <p:blipFill rotWithShape="1">
          <a:blip r:embed="rId5">
            <a:alphaModFix/>
          </a:blip>
          <a:srcRect b="0" l="0" r="0" t="0"/>
          <a:stretch/>
        </p:blipFill>
        <p:spPr>
          <a:xfrm>
            <a:off x="3393281" y="2599432"/>
            <a:ext cx="2583656" cy="2592585"/>
          </a:xfrm>
          <a:prstGeom prst="rect">
            <a:avLst/>
          </a:prstGeom>
          <a:noFill/>
          <a:ln>
            <a:noFill/>
          </a:ln>
        </p:spPr>
      </p:pic>
      <p:pic>
        <p:nvPicPr>
          <p:cNvPr descr="image.png" id="204" name="Google Shape;204;p19"/>
          <p:cNvPicPr preferRelativeResize="0"/>
          <p:nvPr/>
        </p:nvPicPr>
        <p:blipFill rotWithShape="1">
          <a:blip r:embed="rId6">
            <a:alphaModFix/>
          </a:blip>
          <a:srcRect b="0" l="0" r="0" t="0"/>
          <a:stretch/>
        </p:blipFill>
        <p:spPr>
          <a:xfrm>
            <a:off x="6215062" y="2599432"/>
            <a:ext cx="2583656" cy="2592585"/>
          </a:xfrm>
          <a:prstGeom prst="rect">
            <a:avLst/>
          </a:prstGeom>
          <a:noFill/>
          <a:ln>
            <a:noFill/>
          </a:ln>
        </p:spPr>
      </p:pic>
      <p:pic>
        <p:nvPicPr>
          <p:cNvPr descr="image.png" id="205" name="Google Shape;205;p19"/>
          <p:cNvPicPr preferRelativeResize="0"/>
          <p:nvPr/>
        </p:nvPicPr>
        <p:blipFill rotWithShape="1">
          <a:blip r:embed="rId6">
            <a:alphaModFix/>
          </a:blip>
          <a:srcRect b="0" l="0" r="0" t="0"/>
          <a:stretch/>
        </p:blipFill>
        <p:spPr>
          <a:xfrm>
            <a:off x="9036843" y="2599432"/>
            <a:ext cx="2583656" cy="2592585"/>
          </a:xfrm>
          <a:prstGeom prst="rect">
            <a:avLst/>
          </a:prstGeom>
          <a:noFill/>
          <a:ln>
            <a:noFill/>
          </a:ln>
        </p:spPr>
      </p:pic>
      <p:pic>
        <p:nvPicPr>
          <p:cNvPr descr="image.png" id="206" name="Google Shape;206;p19"/>
          <p:cNvPicPr preferRelativeResize="0"/>
          <p:nvPr/>
        </p:nvPicPr>
        <p:blipFill rotWithShape="1">
          <a:blip r:embed="rId7">
            <a:alphaModFix/>
          </a:blip>
          <a:srcRect b="0" l="0" r="0" t="0"/>
          <a:stretch/>
        </p:blipFill>
        <p:spPr>
          <a:xfrm>
            <a:off x="1482328" y="2894707"/>
            <a:ext cx="762000" cy="762000"/>
          </a:xfrm>
          <a:prstGeom prst="rect">
            <a:avLst/>
          </a:prstGeom>
          <a:noFill/>
          <a:ln>
            <a:noFill/>
          </a:ln>
        </p:spPr>
      </p:pic>
      <p:sp>
        <p:nvSpPr>
          <p:cNvPr id="207" name="Google Shape;207;p19"/>
          <p:cNvSpPr txBox="1"/>
          <p:nvPr/>
        </p:nvSpPr>
        <p:spPr>
          <a:xfrm>
            <a:off x="716934"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Hiệu Năng</a:t>
            </a:r>
            <a:endParaRPr/>
          </a:p>
        </p:txBody>
      </p:sp>
      <p:sp>
        <p:nvSpPr>
          <p:cNvPr id="208" name="Google Shape;208;p19"/>
          <p:cNvSpPr txBox="1"/>
          <p:nvPr/>
        </p:nvSpPr>
        <p:spPr>
          <a:xfrm>
            <a:off x="771525"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06666"/>
              </a:lnSpc>
              <a:spcBef>
                <a:spcPts val="0"/>
              </a:spcBef>
              <a:spcAft>
                <a:spcPts val="0"/>
              </a:spcAft>
              <a:buNone/>
            </a:pPr>
            <a:r>
              <a:rPr b="0" i="0" lang="en-US" sz="1200" u="none" cap="none" strike="noStrike">
                <a:solidFill>
                  <a:srgbClr val="94A3B8"/>
                </a:solidFill>
                <a:latin typeface="Urbanist"/>
                <a:ea typeface="Urbanist"/>
                <a:cs typeface="Urbanist"/>
                <a:sym typeface="Urbanist"/>
              </a:rPr>
              <a:t>Thời gian tải nhạc &lt; 3s.</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94A3B8"/>
                </a:solidFill>
                <a:latin typeface="Urbanist"/>
                <a:ea typeface="Urbanist"/>
                <a:cs typeface="Urbanist"/>
                <a:sym typeface="Urbanist"/>
              </a:rPr>
              <a:t> Độ trễ chuyển bài &lt; 1s.</a:t>
            </a:r>
            <a:endParaRPr/>
          </a:p>
        </p:txBody>
      </p:sp>
      <p:pic>
        <p:nvPicPr>
          <p:cNvPr descr="image.png" id="209" name="Google Shape;209;p19"/>
          <p:cNvPicPr preferRelativeResize="0"/>
          <p:nvPr/>
        </p:nvPicPr>
        <p:blipFill rotWithShape="1">
          <a:blip r:embed="rId7">
            <a:alphaModFix/>
          </a:blip>
          <a:srcRect b="0" l="0" r="0" t="0"/>
          <a:stretch/>
        </p:blipFill>
        <p:spPr>
          <a:xfrm>
            <a:off x="4304109" y="2894707"/>
            <a:ext cx="762000" cy="762000"/>
          </a:xfrm>
          <a:prstGeom prst="rect">
            <a:avLst/>
          </a:prstGeom>
          <a:noFill/>
          <a:ln>
            <a:noFill/>
          </a:ln>
        </p:spPr>
      </p:pic>
      <p:sp>
        <p:nvSpPr>
          <p:cNvPr id="210" name="Google Shape;210;p19"/>
          <p:cNvSpPr txBox="1"/>
          <p:nvPr/>
        </p:nvSpPr>
        <p:spPr>
          <a:xfrm>
            <a:off x="3538716"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Mở Rộng</a:t>
            </a:r>
            <a:endParaRPr/>
          </a:p>
        </p:txBody>
      </p:sp>
      <p:sp>
        <p:nvSpPr>
          <p:cNvPr id="211" name="Google Shape;211;p19"/>
          <p:cNvSpPr txBox="1"/>
          <p:nvPr/>
        </p:nvSpPr>
        <p:spPr>
          <a:xfrm>
            <a:off x="3593306"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06666"/>
              </a:lnSpc>
              <a:spcBef>
                <a:spcPts val="0"/>
              </a:spcBef>
              <a:spcAft>
                <a:spcPts val="0"/>
              </a:spcAft>
              <a:buNone/>
            </a:pPr>
            <a:r>
              <a:rPr b="0" i="0" lang="en-US" sz="1200" u="none" cap="none" strike="noStrike">
                <a:solidFill>
                  <a:srgbClr val="94A3B8"/>
                </a:solidFill>
                <a:latin typeface="Urbanist"/>
                <a:ea typeface="Urbanist"/>
                <a:cs typeface="Urbanist"/>
                <a:sym typeface="Urbanist"/>
              </a:rPr>
              <a:t>Kiến trúc Microservices.</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94A3B8"/>
                </a:solidFill>
                <a:latin typeface="Urbanist"/>
                <a:ea typeface="Urbanist"/>
                <a:cs typeface="Urbanist"/>
                <a:sym typeface="Urbanist"/>
              </a:rPr>
              <a:t> Hỗ trợ hàng nghìn user.</a:t>
            </a:r>
            <a:endParaRPr/>
          </a:p>
        </p:txBody>
      </p:sp>
      <p:pic>
        <p:nvPicPr>
          <p:cNvPr descr="image.png" id="212" name="Google Shape;212;p19"/>
          <p:cNvPicPr preferRelativeResize="0"/>
          <p:nvPr/>
        </p:nvPicPr>
        <p:blipFill rotWithShape="1">
          <a:blip r:embed="rId7">
            <a:alphaModFix/>
          </a:blip>
          <a:srcRect b="0" l="0" r="0" t="0"/>
          <a:stretch/>
        </p:blipFill>
        <p:spPr>
          <a:xfrm>
            <a:off x="7125890" y="2894707"/>
            <a:ext cx="762000" cy="762000"/>
          </a:xfrm>
          <a:prstGeom prst="rect">
            <a:avLst/>
          </a:prstGeom>
          <a:noFill/>
          <a:ln>
            <a:noFill/>
          </a:ln>
        </p:spPr>
      </p:pic>
      <p:sp>
        <p:nvSpPr>
          <p:cNvPr id="213" name="Google Shape;213;p19"/>
          <p:cNvSpPr txBox="1"/>
          <p:nvPr/>
        </p:nvSpPr>
        <p:spPr>
          <a:xfrm>
            <a:off x="6360497"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Giao Diện</a:t>
            </a:r>
            <a:endParaRPr/>
          </a:p>
        </p:txBody>
      </p:sp>
      <p:sp>
        <p:nvSpPr>
          <p:cNvPr id="214" name="Google Shape;214;p19"/>
          <p:cNvSpPr txBox="1"/>
          <p:nvPr/>
        </p:nvSpPr>
        <p:spPr>
          <a:xfrm>
            <a:off x="6415087"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06666"/>
              </a:lnSpc>
              <a:spcBef>
                <a:spcPts val="0"/>
              </a:spcBef>
              <a:spcAft>
                <a:spcPts val="0"/>
              </a:spcAft>
              <a:buNone/>
            </a:pPr>
            <a:r>
              <a:rPr b="0" i="0" lang="en-US" sz="1200" u="none" cap="none" strike="noStrike">
                <a:solidFill>
                  <a:srgbClr val="94A3B8"/>
                </a:solidFill>
                <a:latin typeface="Urbanist"/>
                <a:ea typeface="Urbanist"/>
                <a:cs typeface="Urbanist"/>
                <a:sym typeface="Urbanist"/>
              </a:rPr>
              <a:t>Thiết kế Responsive.</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94A3B8"/>
                </a:solidFill>
                <a:latin typeface="Urbanist"/>
                <a:ea typeface="Urbanist"/>
                <a:cs typeface="Urbanist"/>
                <a:sym typeface="Urbanist"/>
              </a:rPr>
              <a:t> Tối ưu cho cảm ứng.</a:t>
            </a:r>
            <a:endParaRPr/>
          </a:p>
        </p:txBody>
      </p:sp>
      <p:pic>
        <p:nvPicPr>
          <p:cNvPr descr="image.png" id="215" name="Google Shape;215;p19"/>
          <p:cNvPicPr preferRelativeResize="0"/>
          <p:nvPr/>
        </p:nvPicPr>
        <p:blipFill rotWithShape="1">
          <a:blip r:embed="rId7">
            <a:alphaModFix/>
          </a:blip>
          <a:srcRect b="0" l="0" r="0" t="0"/>
          <a:stretch/>
        </p:blipFill>
        <p:spPr>
          <a:xfrm>
            <a:off x="9947671" y="2894707"/>
            <a:ext cx="762000" cy="762000"/>
          </a:xfrm>
          <a:prstGeom prst="rect">
            <a:avLst/>
          </a:prstGeom>
          <a:noFill/>
          <a:ln>
            <a:noFill/>
          </a:ln>
        </p:spPr>
      </p:pic>
      <p:sp>
        <p:nvSpPr>
          <p:cNvPr id="216" name="Google Shape;216;p19"/>
          <p:cNvSpPr txBox="1"/>
          <p:nvPr/>
        </p:nvSpPr>
        <p:spPr>
          <a:xfrm>
            <a:off x="9182278" y="3847207"/>
            <a:ext cx="2292786"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1F5F9"/>
                </a:solidFill>
                <a:latin typeface="Urbanist"/>
                <a:ea typeface="Urbanist"/>
                <a:cs typeface="Urbanist"/>
                <a:sym typeface="Urbanist"/>
              </a:rPr>
              <a:t>Tương Thích</a:t>
            </a:r>
            <a:endParaRPr/>
          </a:p>
        </p:txBody>
      </p:sp>
      <p:sp>
        <p:nvSpPr>
          <p:cNvPr id="217" name="Google Shape;217;p19"/>
          <p:cNvSpPr txBox="1"/>
          <p:nvPr/>
        </p:nvSpPr>
        <p:spPr>
          <a:xfrm>
            <a:off x="9236868" y="4256782"/>
            <a:ext cx="2183606" cy="487560"/>
          </a:xfrm>
          <a:prstGeom prst="rect">
            <a:avLst/>
          </a:prstGeom>
          <a:noFill/>
          <a:ln>
            <a:noFill/>
          </a:ln>
        </p:spPr>
        <p:txBody>
          <a:bodyPr anchorCtr="0" anchor="t" bIns="0" lIns="0" spcFirstLastPara="1" rIns="0" wrap="square" tIns="0">
            <a:spAutoFit/>
          </a:bodyPr>
          <a:lstStyle/>
          <a:p>
            <a:pPr indent="0" lvl="0" marL="0" marR="0" rtl="0" algn="ctr">
              <a:lnSpc>
                <a:spcPct val="106666"/>
              </a:lnSpc>
              <a:spcBef>
                <a:spcPts val="0"/>
              </a:spcBef>
              <a:spcAft>
                <a:spcPts val="0"/>
              </a:spcAft>
              <a:buNone/>
            </a:pPr>
            <a:r>
              <a:rPr b="0" i="0" lang="en-US" sz="1200" u="none" cap="none" strike="noStrike">
                <a:solidFill>
                  <a:srgbClr val="94A3B8"/>
                </a:solidFill>
                <a:latin typeface="Urbanist"/>
                <a:ea typeface="Urbanist"/>
                <a:cs typeface="Urbanist"/>
                <a:sym typeface="Urbanist"/>
              </a:rPr>
              <a:t>Android (API ≥ 23)</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94A3B8"/>
                </a:solidFill>
                <a:latin typeface="Urbanist"/>
                <a:ea typeface="Urbanist"/>
                <a:cs typeface="Urbanist"/>
                <a:sym typeface="Urbanist"/>
              </a:rPr>
              <a:t> iOS (iOS ≥ 13)</a:t>
            </a:r>
            <a:endParaRPr/>
          </a:p>
        </p:txBody>
      </p:sp>
      <p:pic>
        <p:nvPicPr>
          <p:cNvPr descr="image.png" id="218" name="Google Shape;218;p19"/>
          <p:cNvPicPr preferRelativeResize="0"/>
          <p:nvPr/>
        </p:nvPicPr>
        <p:blipFill rotWithShape="1">
          <a:blip r:embed="rId8">
            <a:alphaModFix/>
          </a:blip>
          <a:srcRect b="0" l="0" r="0" t="0"/>
          <a:stretch/>
        </p:blipFill>
        <p:spPr>
          <a:xfrm>
            <a:off x="1672828" y="3075682"/>
            <a:ext cx="381000" cy="381000"/>
          </a:xfrm>
          <a:prstGeom prst="rect">
            <a:avLst/>
          </a:prstGeom>
          <a:noFill/>
          <a:ln>
            <a:noFill/>
          </a:ln>
        </p:spPr>
      </p:pic>
      <p:pic>
        <p:nvPicPr>
          <p:cNvPr descr="image.png" id="219" name="Google Shape;219;p19"/>
          <p:cNvPicPr preferRelativeResize="0"/>
          <p:nvPr/>
        </p:nvPicPr>
        <p:blipFill rotWithShape="1">
          <a:blip r:embed="rId9">
            <a:alphaModFix/>
          </a:blip>
          <a:srcRect b="0" l="0" r="0" t="0"/>
          <a:stretch/>
        </p:blipFill>
        <p:spPr>
          <a:xfrm>
            <a:off x="4494609" y="3075682"/>
            <a:ext cx="381000" cy="381000"/>
          </a:xfrm>
          <a:prstGeom prst="rect">
            <a:avLst/>
          </a:prstGeom>
          <a:noFill/>
          <a:ln>
            <a:noFill/>
          </a:ln>
        </p:spPr>
      </p:pic>
      <p:pic>
        <p:nvPicPr>
          <p:cNvPr descr="image.png" id="220" name="Google Shape;220;p19"/>
          <p:cNvPicPr preferRelativeResize="0"/>
          <p:nvPr/>
        </p:nvPicPr>
        <p:blipFill rotWithShape="1">
          <a:blip r:embed="rId10">
            <a:alphaModFix/>
          </a:blip>
          <a:srcRect b="0" l="0" r="0" t="0"/>
          <a:stretch/>
        </p:blipFill>
        <p:spPr>
          <a:xfrm>
            <a:off x="7364015" y="3075682"/>
            <a:ext cx="285750" cy="381000"/>
          </a:xfrm>
          <a:prstGeom prst="rect">
            <a:avLst/>
          </a:prstGeom>
          <a:noFill/>
          <a:ln>
            <a:noFill/>
          </a:ln>
        </p:spPr>
      </p:pic>
      <p:pic>
        <p:nvPicPr>
          <p:cNvPr descr="image.png" id="221" name="Google Shape;221;p19"/>
          <p:cNvPicPr preferRelativeResize="0"/>
          <p:nvPr/>
        </p:nvPicPr>
        <p:blipFill rotWithShape="1">
          <a:blip r:embed="rId11">
            <a:alphaModFix/>
          </a:blip>
          <a:srcRect b="0" l="0" r="0" t="0"/>
          <a:stretch/>
        </p:blipFill>
        <p:spPr>
          <a:xfrm>
            <a:off x="10185796" y="3075682"/>
            <a:ext cx="285750" cy="381000"/>
          </a:xfrm>
          <a:prstGeom prst="rect">
            <a:avLst/>
          </a:prstGeom>
          <a:noFill/>
          <a:ln>
            <a:noFill/>
          </a:ln>
        </p:spPr>
      </p:pic>
      <p:sp>
        <p:nvSpPr>
          <p:cNvPr id="222" name="Google Shape;222;p19"/>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Yêu Cầu Phi Chức Năng</a:t>
            </a:r>
            <a:endParaRPr/>
          </a:p>
        </p:txBody>
      </p:sp>
      <p:sp>
        <p:nvSpPr>
          <p:cNvPr id="223" name="Google Shape;223;p19"/>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7" name="Shape 227"/>
        <p:cNvGrpSpPr/>
        <p:nvPr/>
      </p:nvGrpSpPr>
      <p:grpSpPr>
        <a:xfrm>
          <a:off x="0" y="0"/>
          <a:ext cx="0" cy="0"/>
          <a:chOff x="0" y="0"/>
          <a:chExt cx="0" cy="0"/>
        </a:xfrm>
      </p:grpSpPr>
      <p:pic>
        <p:nvPicPr>
          <p:cNvPr descr="image.png" id="228" name="Google Shape;228;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p20"/>
          <p:cNvSpPr txBox="1"/>
          <p:nvPr/>
        </p:nvSpPr>
        <p:spPr>
          <a:xfrm>
            <a:off x="762000" y="947737"/>
            <a:ext cx="50006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Biểu Đồ Hoạt Động</a:t>
            </a:r>
            <a:endParaRPr/>
          </a:p>
        </p:txBody>
      </p:sp>
      <p:sp>
        <p:nvSpPr>
          <p:cNvPr id="230" name="Google Shape;230;p20"/>
          <p:cNvSpPr/>
          <p:nvPr/>
        </p:nvSpPr>
        <p:spPr>
          <a:xfrm>
            <a:off x="571500" y="947737"/>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0"/>
          <p:cNvSpPr txBox="1"/>
          <p:nvPr/>
        </p:nvSpPr>
        <p:spPr>
          <a:xfrm>
            <a:off x="571500" y="2071687"/>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Luồng hoạt động chính của người dùng:</a:t>
            </a:r>
            <a:endParaRPr/>
          </a:p>
        </p:txBody>
      </p:sp>
      <p:sp>
        <p:nvSpPr>
          <p:cNvPr id="232" name="Google Shape;232;p20"/>
          <p:cNvSpPr txBox="1"/>
          <p:nvPr/>
        </p:nvSpPr>
        <p:spPr>
          <a:xfrm>
            <a:off x="571500" y="5110162"/>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A78BFA"/>
                </a:solidFill>
                <a:latin typeface="Urbanist"/>
                <a:ea typeface="Urbanist"/>
                <a:cs typeface="Urbanist"/>
                <a:sym typeface="Urbanist"/>
              </a:rPr>
              <a:t>Hệ thống đảm bảo tính logic và phản hồi tức thì cho từng thao tác.</a:t>
            </a:r>
            <a:endParaRPr/>
          </a:p>
        </p:txBody>
      </p:sp>
      <p:sp>
        <p:nvSpPr>
          <p:cNvPr id="233" name="Google Shape;233;p20"/>
          <p:cNvSpPr txBox="1"/>
          <p:nvPr/>
        </p:nvSpPr>
        <p:spPr>
          <a:xfrm>
            <a:off x="1057275" y="2566987"/>
            <a:ext cx="8572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1.</a:t>
            </a:r>
            <a:endParaRPr/>
          </a:p>
        </p:txBody>
      </p:sp>
      <p:sp>
        <p:nvSpPr>
          <p:cNvPr id="234" name="Google Shape;234;p20"/>
          <p:cNvSpPr txBox="1"/>
          <p:nvPr/>
        </p:nvSpPr>
        <p:spPr>
          <a:xfrm>
            <a:off x="1143000" y="2566987"/>
            <a:ext cx="4381500" cy="3048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Bắt đầu:</a:t>
            </a:r>
            <a:r>
              <a:rPr b="0" i="0" lang="en-US" sz="1500" u="none" cap="none" strike="noStrike">
                <a:solidFill>
                  <a:srgbClr val="CBD5E1"/>
                </a:solidFill>
                <a:latin typeface="Urbanist"/>
                <a:ea typeface="Urbanist"/>
                <a:cs typeface="Urbanist"/>
                <a:sym typeface="Urbanist"/>
              </a:rPr>
              <a:t> Người dùng mở ứng dụng.</a:t>
            </a:r>
            <a:endParaRPr/>
          </a:p>
        </p:txBody>
      </p:sp>
      <p:sp>
        <p:nvSpPr>
          <p:cNvPr id="235" name="Google Shape;235;p20"/>
          <p:cNvSpPr txBox="1"/>
          <p:nvPr/>
        </p:nvSpPr>
        <p:spPr>
          <a:xfrm>
            <a:off x="1000125" y="3014662"/>
            <a:ext cx="1428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2.</a:t>
            </a:r>
            <a:endParaRPr/>
          </a:p>
        </p:txBody>
      </p:sp>
      <p:sp>
        <p:nvSpPr>
          <p:cNvPr id="236" name="Google Shape;236;p20"/>
          <p:cNvSpPr txBox="1"/>
          <p:nvPr/>
        </p:nvSpPr>
        <p:spPr>
          <a:xfrm>
            <a:off x="1143000" y="3014662"/>
            <a:ext cx="4381500" cy="304800"/>
          </a:xfrm>
          <a:prstGeom prst="rect">
            <a:avLst/>
          </a:prstGeom>
          <a:noFill/>
          <a:ln>
            <a:noFill/>
          </a:ln>
        </p:spPr>
        <p:txBody>
          <a:bodyPr anchorCtr="0" anchor="t" bIns="0" lIns="1428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Xác thực:</a:t>
            </a:r>
            <a:r>
              <a:rPr b="0" i="0" lang="en-US" sz="1500" u="none" cap="none" strike="noStrike">
                <a:solidFill>
                  <a:srgbClr val="CBD5E1"/>
                </a:solidFill>
                <a:latin typeface="Urbanist"/>
                <a:ea typeface="Urbanist"/>
                <a:cs typeface="Urbanist"/>
                <a:sym typeface="Urbanist"/>
              </a:rPr>
              <a:t> Hệ thống kiểm tra thông tin đăng nhập.</a:t>
            </a:r>
            <a:endParaRPr/>
          </a:p>
        </p:txBody>
      </p:sp>
      <p:sp>
        <p:nvSpPr>
          <p:cNvPr id="237" name="Google Shape;237;p20"/>
          <p:cNvSpPr txBox="1"/>
          <p:nvPr/>
        </p:nvSpPr>
        <p:spPr>
          <a:xfrm>
            <a:off x="1009650" y="3462337"/>
            <a:ext cx="1333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3.</a:t>
            </a:r>
            <a:endParaRPr/>
          </a:p>
        </p:txBody>
      </p:sp>
      <p:sp>
        <p:nvSpPr>
          <p:cNvPr id="238" name="Google Shape;238;p20"/>
          <p:cNvSpPr txBox="1"/>
          <p:nvPr/>
        </p:nvSpPr>
        <p:spPr>
          <a:xfrm>
            <a:off x="1143000" y="3462337"/>
            <a:ext cx="4381500" cy="609600"/>
          </a:xfrm>
          <a:prstGeom prst="rect">
            <a:avLst/>
          </a:prstGeom>
          <a:noFill/>
          <a:ln>
            <a:noFill/>
          </a:ln>
        </p:spPr>
        <p:txBody>
          <a:bodyPr anchorCtr="0" anchor="t" bIns="0" lIns="13335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Trải nghiệm:</a:t>
            </a:r>
            <a:r>
              <a:rPr b="0" i="0" lang="en-US" sz="1500" u="none" cap="none" strike="noStrike">
                <a:solidFill>
                  <a:srgbClr val="CBD5E1"/>
                </a:solidFill>
                <a:latin typeface="Urbanist"/>
                <a:ea typeface="Urbanist"/>
                <a:cs typeface="Urbanist"/>
                <a:sym typeface="Urbanist"/>
              </a:rPr>
              <a:t> Truy cập màn hình chính, xem danh sách bài hát hoặc tìm kiếm.</a:t>
            </a:r>
            <a:endParaRPr/>
          </a:p>
        </p:txBody>
      </p:sp>
      <p:sp>
        <p:nvSpPr>
          <p:cNvPr id="239" name="Google Shape;239;p20"/>
          <p:cNvSpPr txBox="1"/>
          <p:nvPr/>
        </p:nvSpPr>
        <p:spPr>
          <a:xfrm>
            <a:off x="1000125" y="4214812"/>
            <a:ext cx="1428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4.</a:t>
            </a:r>
            <a:endParaRPr/>
          </a:p>
        </p:txBody>
      </p:sp>
      <p:sp>
        <p:nvSpPr>
          <p:cNvPr id="240" name="Google Shape;240;p20"/>
          <p:cNvSpPr txBox="1"/>
          <p:nvPr/>
        </p:nvSpPr>
        <p:spPr>
          <a:xfrm>
            <a:off x="1143000" y="4214812"/>
            <a:ext cx="4381500" cy="609600"/>
          </a:xfrm>
          <a:prstGeom prst="rect">
            <a:avLst/>
          </a:prstGeom>
          <a:noFill/>
          <a:ln>
            <a:noFill/>
          </a:ln>
        </p:spPr>
        <p:txBody>
          <a:bodyPr anchorCtr="0" anchor="t" bIns="0" lIns="1428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Tương tác:</a:t>
            </a:r>
            <a:r>
              <a:rPr b="0" i="0" lang="en-US" sz="1500" u="none" cap="none" strike="noStrike">
                <a:solidFill>
                  <a:srgbClr val="CBD5E1"/>
                </a:solidFill>
                <a:latin typeface="Urbanist"/>
                <a:ea typeface="Urbanist"/>
                <a:cs typeface="Urbanist"/>
                <a:sym typeface="Urbanist"/>
              </a:rPr>
              <a:t> Chọn bài hát để kích hoạt trình phát nhạc (Play/Pause).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4" name="Shape 244"/>
        <p:cNvGrpSpPr/>
        <p:nvPr/>
      </p:nvGrpSpPr>
      <p:grpSpPr>
        <a:xfrm>
          <a:off x="0" y="0"/>
          <a:ext cx="0" cy="0"/>
          <a:chOff x="0" y="0"/>
          <a:chExt cx="0" cy="0"/>
        </a:xfrm>
      </p:grpSpPr>
      <p:pic>
        <p:nvPicPr>
          <p:cNvPr descr="image.png" id="245" name="Google Shape;245;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6" name="Google Shape;246;p21"/>
          <p:cNvPicPr preferRelativeResize="0"/>
          <p:nvPr/>
        </p:nvPicPr>
        <p:blipFill rotWithShape="1">
          <a:blip r:embed="rId4">
            <a:alphaModFix/>
          </a:blip>
          <a:srcRect b="0" l="0" r="0" t="0"/>
          <a:stretch/>
        </p:blipFill>
        <p:spPr>
          <a:xfrm>
            <a:off x="571500" y="1504950"/>
            <a:ext cx="5286375" cy="4781550"/>
          </a:xfrm>
          <a:prstGeom prst="rect">
            <a:avLst/>
          </a:prstGeom>
          <a:noFill/>
          <a:ln>
            <a:noFill/>
          </a:ln>
        </p:spPr>
      </p:pic>
      <p:pic>
        <p:nvPicPr>
          <p:cNvPr descr="image.png" id="247" name="Google Shape;247;p21"/>
          <p:cNvPicPr preferRelativeResize="0"/>
          <p:nvPr/>
        </p:nvPicPr>
        <p:blipFill rotWithShape="1">
          <a:blip r:embed="rId5">
            <a:alphaModFix/>
          </a:blip>
          <a:srcRect b="0" l="0" r="0" t="0"/>
          <a:stretch/>
        </p:blipFill>
        <p:spPr>
          <a:xfrm>
            <a:off x="6334125" y="1504950"/>
            <a:ext cx="5286375" cy="4781550"/>
          </a:xfrm>
          <a:prstGeom prst="rect">
            <a:avLst/>
          </a:prstGeom>
          <a:noFill/>
          <a:ln>
            <a:noFill/>
          </a:ln>
        </p:spPr>
      </p:pic>
      <p:sp>
        <p:nvSpPr>
          <p:cNvPr id="248" name="Google Shape;248;p21"/>
          <p:cNvSpPr txBox="1"/>
          <p:nvPr/>
        </p:nvSpPr>
        <p:spPr>
          <a:xfrm>
            <a:off x="866775" y="1800225"/>
            <a:ext cx="493061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DD4BF"/>
                </a:solidFill>
                <a:latin typeface="Urbanist"/>
                <a:ea typeface="Urbanist"/>
                <a:cs typeface="Urbanist"/>
                <a:sym typeface="Urbanist"/>
              </a:rPr>
              <a:t>Thực Thể Người Dùng (User)</a:t>
            </a:r>
            <a:endParaRPr/>
          </a:p>
        </p:txBody>
      </p:sp>
      <p:sp>
        <p:nvSpPr>
          <p:cNvPr id="249" name="Google Shape;249;p21"/>
          <p:cNvSpPr/>
          <p:nvPr/>
        </p:nvSpPr>
        <p:spPr>
          <a:xfrm>
            <a:off x="866775" y="2219325"/>
            <a:ext cx="4695825" cy="9525"/>
          </a:xfrm>
          <a:prstGeom prst="rect">
            <a:avLst/>
          </a:prstGeom>
          <a:solidFill>
            <a:srgbClr val="2DD4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1"/>
          <p:cNvSpPr txBox="1"/>
          <p:nvPr/>
        </p:nvSpPr>
        <p:spPr>
          <a:xfrm>
            <a:off x="866775" y="2609850"/>
            <a:ext cx="46958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Quản lý toàn bộ thông tin định danh và cài đặt của người sử dụng.</a:t>
            </a:r>
            <a:endParaRPr/>
          </a:p>
        </p:txBody>
      </p:sp>
      <p:sp>
        <p:nvSpPr>
          <p:cNvPr id="251" name="Google Shape;251;p21"/>
          <p:cNvSpPr txBox="1"/>
          <p:nvPr/>
        </p:nvSpPr>
        <p:spPr>
          <a:xfrm>
            <a:off x="6629400" y="1800225"/>
            <a:ext cx="4930616" cy="3333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DD4BF"/>
                </a:solidFill>
                <a:latin typeface="Urbanist"/>
                <a:ea typeface="Urbanist"/>
                <a:cs typeface="Urbanist"/>
                <a:sym typeface="Urbanist"/>
              </a:rPr>
              <a:t>Thực Thể Bài Hát (Song)</a:t>
            </a:r>
            <a:endParaRPr/>
          </a:p>
        </p:txBody>
      </p:sp>
      <p:sp>
        <p:nvSpPr>
          <p:cNvPr id="252" name="Google Shape;252;p21"/>
          <p:cNvSpPr/>
          <p:nvPr/>
        </p:nvSpPr>
        <p:spPr>
          <a:xfrm>
            <a:off x="6629400" y="2219325"/>
            <a:ext cx="4695825" cy="9525"/>
          </a:xfrm>
          <a:prstGeom prst="rect">
            <a:avLst/>
          </a:prstGeom>
          <a:solidFill>
            <a:srgbClr val="2DD4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1"/>
          <p:cNvSpPr txBox="1"/>
          <p:nvPr/>
        </p:nvSpPr>
        <p:spPr>
          <a:xfrm>
            <a:off x="6629400" y="2609850"/>
            <a:ext cx="46958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Lưu trữ metadata và liên kết file nhạc.</a:t>
            </a:r>
            <a:endParaRPr/>
          </a:p>
        </p:txBody>
      </p:sp>
      <p:sp>
        <p:nvSpPr>
          <p:cNvPr id="254" name="Google Shape;254;p21"/>
          <p:cNvSpPr txBox="1"/>
          <p:nvPr/>
        </p:nvSpPr>
        <p:spPr>
          <a:xfrm>
            <a:off x="1019175" y="35528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55" name="Google Shape;255;p21"/>
          <p:cNvSpPr txBox="1"/>
          <p:nvPr/>
        </p:nvSpPr>
        <p:spPr>
          <a:xfrm>
            <a:off x="1057275" y="35528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ID:</a:t>
            </a:r>
            <a:r>
              <a:rPr b="0" i="0" lang="en-US" sz="1500" u="none" cap="none" strike="noStrike">
                <a:solidFill>
                  <a:srgbClr val="CBD5E1"/>
                </a:solidFill>
                <a:latin typeface="Urbanist"/>
                <a:ea typeface="Urbanist"/>
                <a:cs typeface="Urbanist"/>
                <a:sym typeface="Urbanist"/>
              </a:rPr>
              <a:t> Khóa chính định danh.</a:t>
            </a:r>
            <a:endParaRPr/>
          </a:p>
        </p:txBody>
      </p:sp>
      <p:sp>
        <p:nvSpPr>
          <p:cNvPr id="256" name="Google Shape;256;p21"/>
          <p:cNvSpPr txBox="1"/>
          <p:nvPr/>
        </p:nvSpPr>
        <p:spPr>
          <a:xfrm>
            <a:off x="1019175" y="38576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57" name="Google Shape;257;p21"/>
          <p:cNvSpPr txBox="1"/>
          <p:nvPr/>
        </p:nvSpPr>
        <p:spPr>
          <a:xfrm>
            <a:off x="1057275" y="38576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Username/Email:</a:t>
            </a:r>
            <a:r>
              <a:rPr b="0" i="0" lang="en-US" sz="1500" u="none" cap="none" strike="noStrike">
                <a:solidFill>
                  <a:srgbClr val="CBD5E1"/>
                </a:solidFill>
                <a:latin typeface="Urbanist"/>
                <a:ea typeface="Urbanist"/>
                <a:cs typeface="Urbanist"/>
                <a:sym typeface="Urbanist"/>
              </a:rPr>
              <a:t> Thông tin đăng nhập.</a:t>
            </a:r>
            <a:endParaRPr/>
          </a:p>
        </p:txBody>
      </p:sp>
      <p:sp>
        <p:nvSpPr>
          <p:cNvPr id="258" name="Google Shape;258;p21"/>
          <p:cNvSpPr txBox="1"/>
          <p:nvPr/>
        </p:nvSpPr>
        <p:spPr>
          <a:xfrm>
            <a:off x="1019175" y="41624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59" name="Google Shape;259;p21"/>
          <p:cNvSpPr txBox="1"/>
          <p:nvPr/>
        </p:nvSpPr>
        <p:spPr>
          <a:xfrm>
            <a:off x="1057275" y="41624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Password:</a:t>
            </a:r>
            <a:r>
              <a:rPr b="0" i="0" lang="en-US" sz="1500" u="none" cap="none" strike="noStrike">
                <a:solidFill>
                  <a:srgbClr val="CBD5E1"/>
                </a:solidFill>
                <a:latin typeface="Urbanist"/>
                <a:ea typeface="Urbanist"/>
                <a:cs typeface="Urbanist"/>
                <a:sym typeface="Urbanist"/>
              </a:rPr>
              <a:t> Mật khẩu đã mã hóa.</a:t>
            </a:r>
            <a:endParaRPr/>
          </a:p>
        </p:txBody>
      </p:sp>
      <p:sp>
        <p:nvSpPr>
          <p:cNvPr id="260" name="Google Shape;260;p21"/>
          <p:cNvSpPr txBox="1"/>
          <p:nvPr/>
        </p:nvSpPr>
        <p:spPr>
          <a:xfrm>
            <a:off x="1019175" y="44672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1" name="Google Shape;261;p21"/>
          <p:cNvSpPr txBox="1"/>
          <p:nvPr/>
        </p:nvSpPr>
        <p:spPr>
          <a:xfrm>
            <a:off x="1057275" y="44672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Preferences:</a:t>
            </a:r>
            <a:r>
              <a:rPr b="0" i="0" lang="en-US" sz="1500" u="none" cap="none" strike="noStrike">
                <a:solidFill>
                  <a:srgbClr val="CBD5E1"/>
                </a:solidFill>
                <a:latin typeface="Urbanist"/>
                <a:ea typeface="Urbanist"/>
                <a:cs typeface="Urbanist"/>
                <a:sym typeface="Urbanist"/>
              </a:rPr>
              <a:t> Cài đặt cá nhân hóa.</a:t>
            </a:r>
            <a:endParaRPr/>
          </a:p>
        </p:txBody>
      </p:sp>
      <p:sp>
        <p:nvSpPr>
          <p:cNvPr id="262" name="Google Shape;262;p21"/>
          <p:cNvSpPr txBox="1"/>
          <p:nvPr/>
        </p:nvSpPr>
        <p:spPr>
          <a:xfrm>
            <a:off x="6781800" y="32480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3" name="Google Shape;263;p21"/>
          <p:cNvSpPr txBox="1"/>
          <p:nvPr/>
        </p:nvSpPr>
        <p:spPr>
          <a:xfrm>
            <a:off x="6819900" y="32480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Title:</a:t>
            </a:r>
            <a:r>
              <a:rPr b="0" i="0" lang="en-US" sz="1500" u="none" cap="none" strike="noStrike">
                <a:solidFill>
                  <a:srgbClr val="CBD5E1"/>
                </a:solidFill>
                <a:latin typeface="Urbanist"/>
                <a:ea typeface="Urbanist"/>
                <a:cs typeface="Urbanist"/>
                <a:sym typeface="Urbanist"/>
              </a:rPr>
              <a:t> Tên bài hát.</a:t>
            </a:r>
            <a:endParaRPr/>
          </a:p>
        </p:txBody>
      </p:sp>
      <p:sp>
        <p:nvSpPr>
          <p:cNvPr id="264" name="Google Shape;264;p21"/>
          <p:cNvSpPr txBox="1"/>
          <p:nvPr/>
        </p:nvSpPr>
        <p:spPr>
          <a:xfrm>
            <a:off x="6781800" y="35528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5" name="Google Shape;265;p21"/>
          <p:cNvSpPr txBox="1"/>
          <p:nvPr/>
        </p:nvSpPr>
        <p:spPr>
          <a:xfrm>
            <a:off x="6819900" y="35528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File_URL:</a:t>
            </a:r>
            <a:r>
              <a:rPr b="0" i="0" lang="en-US" sz="1500" u="none" cap="none" strike="noStrike">
                <a:solidFill>
                  <a:srgbClr val="CBD5E1"/>
                </a:solidFill>
                <a:latin typeface="Urbanist"/>
                <a:ea typeface="Urbanist"/>
                <a:cs typeface="Urbanist"/>
                <a:sym typeface="Urbanist"/>
              </a:rPr>
              <a:t> Đường dẫn đến file nhạc.</a:t>
            </a:r>
            <a:endParaRPr/>
          </a:p>
        </p:txBody>
      </p:sp>
      <p:sp>
        <p:nvSpPr>
          <p:cNvPr id="266" name="Google Shape;266;p21"/>
          <p:cNvSpPr txBox="1"/>
          <p:nvPr/>
        </p:nvSpPr>
        <p:spPr>
          <a:xfrm>
            <a:off x="6781800" y="38576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7" name="Google Shape;267;p21"/>
          <p:cNvSpPr txBox="1"/>
          <p:nvPr/>
        </p:nvSpPr>
        <p:spPr>
          <a:xfrm>
            <a:off x="6819900" y="3857625"/>
            <a:ext cx="4505325" cy="3048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Duration:</a:t>
            </a:r>
            <a:r>
              <a:rPr b="0" i="0" lang="en-US" sz="1500" u="none" cap="none" strike="noStrike">
                <a:solidFill>
                  <a:srgbClr val="CBD5E1"/>
                </a:solidFill>
                <a:latin typeface="Urbanist"/>
                <a:ea typeface="Urbanist"/>
                <a:cs typeface="Urbanist"/>
                <a:sym typeface="Urbanist"/>
              </a:rPr>
              <a:t> Thời lượng bài hát.</a:t>
            </a:r>
            <a:endParaRPr/>
          </a:p>
        </p:txBody>
      </p:sp>
      <p:sp>
        <p:nvSpPr>
          <p:cNvPr id="268" name="Google Shape;268;p21"/>
          <p:cNvSpPr txBox="1"/>
          <p:nvPr/>
        </p:nvSpPr>
        <p:spPr>
          <a:xfrm>
            <a:off x="6781800" y="4162425"/>
            <a:ext cx="381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a:t>
            </a:r>
            <a:endParaRPr/>
          </a:p>
        </p:txBody>
      </p:sp>
      <p:sp>
        <p:nvSpPr>
          <p:cNvPr id="269" name="Google Shape;269;p21"/>
          <p:cNvSpPr txBox="1"/>
          <p:nvPr/>
        </p:nvSpPr>
        <p:spPr>
          <a:xfrm>
            <a:off x="6819900" y="4162425"/>
            <a:ext cx="4505325" cy="6096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Relations:</a:t>
            </a:r>
            <a:r>
              <a:rPr b="0" i="0" lang="en-US" sz="1500" u="none" cap="none" strike="noStrike">
                <a:solidFill>
                  <a:srgbClr val="CBD5E1"/>
                </a:solidFill>
                <a:latin typeface="Urbanist"/>
                <a:ea typeface="Urbanist"/>
                <a:cs typeface="Urbanist"/>
                <a:sym typeface="Urbanist"/>
              </a:rPr>
              <a:t> Liên kết khóa ngoại với bảng Artist (Nghệ sĩ) và Album.</a:t>
            </a:r>
            <a:endParaRPr/>
          </a:p>
        </p:txBody>
      </p:sp>
      <p:sp>
        <p:nvSpPr>
          <p:cNvPr id="270" name="Google Shape;270;p21"/>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Thiết Kế Cơ Sở Dữ Liệu</a:t>
            </a:r>
            <a:endParaRPr/>
          </a:p>
        </p:txBody>
      </p:sp>
      <p:sp>
        <p:nvSpPr>
          <p:cNvPr id="271" name="Google Shape;271;p21"/>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5" name="Shape 275"/>
        <p:cNvGrpSpPr/>
        <p:nvPr/>
      </p:nvGrpSpPr>
      <p:grpSpPr>
        <a:xfrm>
          <a:off x="0" y="0"/>
          <a:ext cx="0" cy="0"/>
          <a:chOff x="0" y="0"/>
          <a:chExt cx="0" cy="0"/>
        </a:xfrm>
      </p:grpSpPr>
      <p:pic>
        <p:nvPicPr>
          <p:cNvPr descr="image.png" id="276" name="Google Shape;276;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7" name="Google Shape;277;p22"/>
          <p:cNvPicPr preferRelativeResize="0"/>
          <p:nvPr/>
        </p:nvPicPr>
        <p:blipFill rotWithShape="1">
          <a:blip r:embed="rId4">
            <a:alphaModFix/>
          </a:blip>
          <a:srcRect b="0" l="0" r="0" t="0"/>
          <a:stretch/>
        </p:blipFill>
        <p:spPr>
          <a:xfrm>
            <a:off x="571500" y="1385887"/>
            <a:ext cx="3492549" cy="5019675"/>
          </a:xfrm>
          <a:prstGeom prst="rect">
            <a:avLst/>
          </a:prstGeom>
          <a:noFill/>
          <a:ln>
            <a:noFill/>
          </a:ln>
        </p:spPr>
      </p:pic>
      <p:pic>
        <p:nvPicPr>
          <p:cNvPr descr="image.png" id="278" name="Google Shape;278;p22"/>
          <p:cNvPicPr preferRelativeResize="0"/>
          <p:nvPr/>
        </p:nvPicPr>
        <p:blipFill rotWithShape="1">
          <a:blip r:embed="rId5">
            <a:alphaModFix/>
          </a:blip>
          <a:srcRect b="0" l="0" r="0" t="0"/>
          <a:stretch/>
        </p:blipFill>
        <p:spPr>
          <a:xfrm>
            <a:off x="4349799" y="1385887"/>
            <a:ext cx="3492549" cy="5019675"/>
          </a:xfrm>
          <a:prstGeom prst="rect">
            <a:avLst/>
          </a:prstGeom>
          <a:noFill/>
          <a:ln>
            <a:noFill/>
          </a:ln>
        </p:spPr>
      </p:pic>
      <p:pic>
        <p:nvPicPr>
          <p:cNvPr descr="image.png" id="279" name="Google Shape;279;p22"/>
          <p:cNvPicPr preferRelativeResize="0"/>
          <p:nvPr/>
        </p:nvPicPr>
        <p:blipFill rotWithShape="1">
          <a:blip r:embed="rId6">
            <a:alphaModFix/>
          </a:blip>
          <a:srcRect b="0" l="0" r="0" t="0"/>
          <a:stretch/>
        </p:blipFill>
        <p:spPr>
          <a:xfrm>
            <a:off x="8128099" y="1385887"/>
            <a:ext cx="3492549" cy="5019675"/>
          </a:xfrm>
          <a:prstGeom prst="rect">
            <a:avLst/>
          </a:prstGeom>
          <a:noFill/>
          <a:ln>
            <a:noFill/>
          </a:ln>
        </p:spPr>
      </p:pic>
      <p:pic>
        <p:nvPicPr>
          <p:cNvPr descr="image.png" id="280" name="Google Shape;280;p22"/>
          <p:cNvPicPr preferRelativeResize="0"/>
          <p:nvPr/>
        </p:nvPicPr>
        <p:blipFill rotWithShape="1">
          <a:blip r:embed="rId7">
            <a:alphaModFix/>
          </a:blip>
          <a:srcRect b="0" l="0" r="0" t="0"/>
          <a:stretch/>
        </p:blipFill>
        <p:spPr>
          <a:xfrm>
            <a:off x="714375" y="1528762"/>
            <a:ext cx="3206799" cy="4286250"/>
          </a:xfrm>
          <a:prstGeom prst="rect">
            <a:avLst/>
          </a:prstGeom>
          <a:noFill/>
          <a:ln>
            <a:noFill/>
          </a:ln>
        </p:spPr>
      </p:pic>
      <p:pic>
        <p:nvPicPr>
          <p:cNvPr descr="image.png" id="281" name="Google Shape;281;p22"/>
          <p:cNvPicPr preferRelativeResize="0"/>
          <p:nvPr/>
        </p:nvPicPr>
        <p:blipFill rotWithShape="1">
          <a:blip r:embed="rId8">
            <a:alphaModFix/>
          </a:blip>
          <a:srcRect b="0" l="0" r="0" t="0"/>
          <a:stretch/>
        </p:blipFill>
        <p:spPr>
          <a:xfrm>
            <a:off x="4492674" y="1528762"/>
            <a:ext cx="3206799" cy="4286250"/>
          </a:xfrm>
          <a:prstGeom prst="rect">
            <a:avLst/>
          </a:prstGeom>
          <a:noFill/>
          <a:ln>
            <a:noFill/>
          </a:ln>
        </p:spPr>
      </p:pic>
      <p:pic>
        <p:nvPicPr>
          <p:cNvPr descr="image.png" id="282" name="Google Shape;282;p22"/>
          <p:cNvPicPr preferRelativeResize="0"/>
          <p:nvPr/>
        </p:nvPicPr>
        <p:blipFill rotWithShape="1">
          <a:blip r:embed="rId9">
            <a:alphaModFix/>
          </a:blip>
          <a:srcRect b="0" l="0" r="0" t="0"/>
          <a:stretch/>
        </p:blipFill>
        <p:spPr>
          <a:xfrm>
            <a:off x="8270974" y="1528762"/>
            <a:ext cx="3206799" cy="4286250"/>
          </a:xfrm>
          <a:prstGeom prst="rect">
            <a:avLst/>
          </a:prstGeom>
          <a:noFill/>
          <a:ln>
            <a:noFill/>
          </a:ln>
        </p:spPr>
      </p:pic>
      <p:sp>
        <p:nvSpPr>
          <p:cNvPr id="283" name="Google Shape;283;p22"/>
          <p:cNvSpPr txBox="1"/>
          <p:nvPr/>
        </p:nvSpPr>
        <p:spPr>
          <a:xfrm>
            <a:off x="1338708" y="5957887"/>
            <a:ext cx="1958131"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A78BFA"/>
                </a:solidFill>
                <a:latin typeface="Urbanist"/>
                <a:ea typeface="Urbanist"/>
                <a:cs typeface="Urbanist"/>
                <a:sym typeface="Urbanist"/>
              </a:rPr>
              <a:t>1. Màn Hình Đăng Nhập</a:t>
            </a:r>
            <a:endParaRPr/>
          </a:p>
        </p:txBody>
      </p:sp>
      <p:sp>
        <p:nvSpPr>
          <p:cNvPr id="284" name="Google Shape;284;p22"/>
          <p:cNvSpPr txBox="1"/>
          <p:nvPr/>
        </p:nvSpPr>
        <p:spPr>
          <a:xfrm>
            <a:off x="5167758" y="5957887"/>
            <a:ext cx="185648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A78BFA"/>
                </a:solidFill>
                <a:latin typeface="Urbanist"/>
                <a:ea typeface="Urbanist"/>
                <a:cs typeface="Urbanist"/>
                <a:sym typeface="Urbanist"/>
              </a:rPr>
              <a:t>2. Trang Chủ Đề Xuất</a:t>
            </a:r>
            <a:endParaRPr/>
          </a:p>
        </p:txBody>
      </p:sp>
      <p:sp>
        <p:nvSpPr>
          <p:cNvPr id="285" name="Google Shape;285;p22"/>
          <p:cNvSpPr txBox="1"/>
          <p:nvPr/>
        </p:nvSpPr>
        <p:spPr>
          <a:xfrm>
            <a:off x="9186713" y="5957887"/>
            <a:ext cx="1375171"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A78BFA"/>
                </a:solidFill>
                <a:latin typeface="Urbanist"/>
                <a:ea typeface="Urbanist"/>
                <a:cs typeface="Urbanist"/>
                <a:sym typeface="Urbanist"/>
              </a:rPr>
              <a:t>3. Thể Loại Nhạc</a:t>
            </a:r>
            <a:endParaRPr/>
          </a:p>
        </p:txBody>
      </p:sp>
      <p:pic>
        <p:nvPicPr>
          <p:cNvPr id="286" name="Google Shape;286;p22" title="Screenshot 2025-11-25 002311.png"/>
          <p:cNvPicPr preferRelativeResize="0"/>
          <p:nvPr/>
        </p:nvPicPr>
        <p:blipFill rotWithShape="1">
          <a:blip r:embed="rId10">
            <a:alphaModFix/>
          </a:blip>
          <a:srcRect b="7954" l="0" r="0" t="7954"/>
          <a:stretch/>
        </p:blipFill>
        <p:spPr>
          <a:xfrm>
            <a:off x="714375" y="1528762"/>
            <a:ext cx="3206799" cy="4286250"/>
          </a:xfrm>
          <a:prstGeom prst="rect">
            <a:avLst/>
          </a:prstGeom>
          <a:noFill/>
          <a:ln>
            <a:noFill/>
          </a:ln>
        </p:spPr>
      </p:pic>
      <p:pic>
        <p:nvPicPr>
          <p:cNvPr id="287" name="Google Shape;287;p22" title="Screenshot 2025-11-25 002222.png"/>
          <p:cNvPicPr preferRelativeResize="0"/>
          <p:nvPr/>
        </p:nvPicPr>
        <p:blipFill rotWithShape="1">
          <a:blip r:embed="rId11">
            <a:alphaModFix/>
          </a:blip>
          <a:srcRect b="5837" l="0" r="0" t="5846"/>
          <a:stretch/>
        </p:blipFill>
        <p:spPr>
          <a:xfrm>
            <a:off x="4492674" y="1528762"/>
            <a:ext cx="3206800" cy="4286250"/>
          </a:xfrm>
          <a:prstGeom prst="rect">
            <a:avLst/>
          </a:prstGeom>
          <a:noFill/>
          <a:ln>
            <a:noFill/>
          </a:ln>
        </p:spPr>
      </p:pic>
      <p:pic>
        <p:nvPicPr>
          <p:cNvPr id="288" name="Google Shape;288;p22" title="Screenshot 2025-11-25 001937.png"/>
          <p:cNvPicPr preferRelativeResize="0"/>
          <p:nvPr/>
        </p:nvPicPr>
        <p:blipFill rotWithShape="1">
          <a:blip r:embed="rId12">
            <a:alphaModFix/>
          </a:blip>
          <a:srcRect b="8677" l="0" r="0" t="8677"/>
          <a:stretch/>
        </p:blipFill>
        <p:spPr>
          <a:xfrm>
            <a:off x="8270974" y="1528762"/>
            <a:ext cx="3206799" cy="4286251"/>
          </a:xfrm>
          <a:prstGeom prst="rect">
            <a:avLst/>
          </a:prstGeom>
          <a:noFill/>
          <a:ln>
            <a:noFill/>
          </a:ln>
        </p:spPr>
      </p:pic>
      <p:sp>
        <p:nvSpPr>
          <p:cNvPr id="289" name="Google Shape;289;p22"/>
          <p:cNvSpPr txBox="1"/>
          <p:nvPr/>
        </p:nvSpPr>
        <p:spPr>
          <a:xfrm>
            <a:off x="762000" y="452437"/>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Demo: Giao Diện Chính</a:t>
            </a:r>
            <a:endParaRPr/>
          </a:p>
        </p:txBody>
      </p:sp>
      <p:sp>
        <p:nvSpPr>
          <p:cNvPr id="290" name="Google Shape;290;p22"/>
          <p:cNvSpPr/>
          <p:nvPr/>
        </p:nvSpPr>
        <p:spPr>
          <a:xfrm>
            <a:off x="571500" y="452437"/>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94" name="Shape 294"/>
        <p:cNvGrpSpPr/>
        <p:nvPr/>
      </p:nvGrpSpPr>
      <p:grpSpPr>
        <a:xfrm>
          <a:off x="0" y="0"/>
          <a:ext cx="0" cy="0"/>
          <a:chOff x="0" y="0"/>
          <a:chExt cx="0" cy="0"/>
        </a:xfrm>
      </p:grpSpPr>
      <p:pic>
        <p:nvPicPr>
          <p:cNvPr descr="image.png" id="295" name="Google Shape;295;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6" name="Google Shape;296;p23"/>
          <p:cNvPicPr preferRelativeResize="0"/>
          <p:nvPr/>
        </p:nvPicPr>
        <p:blipFill rotWithShape="1">
          <a:blip r:embed="rId4">
            <a:alphaModFix/>
          </a:blip>
          <a:srcRect b="0" l="0" r="0" t="0"/>
          <a:stretch/>
        </p:blipFill>
        <p:spPr>
          <a:xfrm>
            <a:off x="571500" y="1385887"/>
            <a:ext cx="3492549" cy="5019675"/>
          </a:xfrm>
          <a:prstGeom prst="rect">
            <a:avLst/>
          </a:prstGeom>
          <a:noFill/>
          <a:ln>
            <a:noFill/>
          </a:ln>
        </p:spPr>
      </p:pic>
      <p:pic>
        <p:nvPicPr>
          <p:cNvPr descr="image.png" id="297" name="Google Shape;297;p23"/>
          <p:cNvPicPr preferRelativeResize="0"/>
          <p:nvPr/>
        </p:nvPicPr>
        <p:blipFill rotWithShape="1">
          <a:blip r:embed="rId5">
            <a:alphaModFix/>
          </a:blip>
          <a:srcRect b="0" l="0" r="0" t="0"/>
          <a:stretch/>
        </p:blipFill>
        <p:spPr>
          <a:xfrm>
            <a:off x="4349799" y="1385887"/>
            <a:ext cx="3492549" cy="5019675"/>
          </a:xfrm>
          <a:prstGeom prst="rect">
            <a:avLst/>
          </a:prstGeom>
          <a:noFill/>
          <a:ln>
            <a:noFill/>
          </a:ln>
        </p:spPr>
      </p:pic>
      <p:pic>
        <p:nvPicPr>
          <p:cNvPr descr="image.png" id="298" name="Google Shape;298;p23"/>
          <p:cNvPicPr preferRelativeResize="0"/>
          <p:nvPr/>
        </p:nvPicPr>
        <p:blipFill rotWithShape="1">
          <a:blip r:embed="rId6">
            <a:alphaModFix/>
          </a:blip>
          <a:srcRect b="0" l="0" r="0" t="0"/>
          <a:stretch/>
        </p:blipFill>
        <p:spPr>
          <a:xfrm>
            <a:off x="8128099" y="1385887"/>
            <a:ext cx="3492549" cy="5019675"/>
          </a:xfrm>
          <a:prstGeom prst="rect">
            <a:avLst/>
          </a:prstGeom>
          <a:noFill/>
          <a:ln>
            <a:noFill/>
          </a:ln>
        </p:spPr>
      </p:pic>
      <p:pic>
        <p:nvPicPr>
          <p:cNvPr descr="image.png" id="299" name="Google Shape;299;p23"/>
          <p:cNvPicPr preferRelativeResize="0"/>
          <p:nvPr/>
        </p:nvPicPr>
        <p:blipFill rotWithShape="1">
          <a:blip r:embed="rId7">
            <a:alphaModFix/>
          </a:blip>
          <a:srcRect b="0" l="0" r="0" t="0"/>
          <a:stretch/>
        </p:blipFill>
        <p:spPr>
          <a:xfrm>
            <a:off x="714375" y="1528762"/>
            <a:ext cx="3206799" cy="4286250"/>
          </a:xfrm>
          <a:prstGeom prst="rect">
            <a:avLst/>
          </a:prstGeom>
          <a:noFill/>
          <a:ln>
            <a:noFill/>
          </a:ln>
        </p:spPr>
      </p:pic>
      <p:pic>
        <p:nvPicPr>
          <p:cNvPr descr="image.png" id="300" name="Google Shape;300;p23"/>
          <p:cNvPicPr preferRelativeResize="0"/>
          <p:nvPr/>
        </p:nvPicPr>
        <p:blipFill rotWithShape="1">
          <a:blip r:embed="rId8">
            <a:alphaModFix/>
          </a:blip>
          <a:srcRect b="0" l="0" r="0" t="0"/>
          <a:stretch/>
        </p:blipFill>
        <p:spPr>
          <a:xfrm>
            <a:off x="4492674" y="1528762"/>
            <a:ext cx="3206799" cy="4286250"/>
          </a:xfrm>
          <a:prstGeom prst="rect">
            <a:avLst/>
          </a:prstGeom>
          <a:noFill/>
          <a:ln>
            <a:noFill/>
          </a:ln>
        </p:spPr>
      </p:pic>
      <p:pic>
        <p:nvPicPr>
          <p:cNvPr descr="image.png" id="301" name="Google Shape;301;p23"/>
          <p:cNvPicPr preferRelativeResize="0"/>
          <p:nvPr/>
        </p:nvPicPr>
        <p:blipFill rotWithShape="1">
          <a:blip r:embed="rId9">
            <a:alphaModFix/>
          </a:blip>
          <a:srcRect b="0" l="0" r="0" t="0"/>
          <a:stretch/>
        </p:blipFill>
        <p:spPr>
          <a:xfrm>
            <a:off x="8270974" y="1528762"/>
            <a:ext cx="3206799" cy="4286250"/>
          </a:xfrm>
          <a:prstGeom prst="rect">
            <a:avLst/>
          </a:prstGeom>
          <a:noFill/>
          <a:ln>
            <a:noFill/>
          </a:ln>
        </p:spPr>
      </p:pic>
      <p:sp>
        <p:nvSpPr>
          <p:cNvPr id="302" name="Google Shape;302;p23"/>
          <p:cNvSpPr txBox="1"/>
          <p:nvPr/>
        </p:nvSpPr>
        <p:spPr>
          <a:xfrm>
            <a:off x="1493192" y="5957887"/>
            <a:ext cx="164901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A78BFA"/>
                </a:solidFill>
                <a:latin typeface="Urbanist"/>
                <a:ea typeface="Urbanist"/>
                <a:cs typeface="Urbanist"/>
                <a:sym typeface="Urbanist"/>
              </a:rPr>
              <a:t>4. Tìm Kiếm Bài Hát</a:t>
            </a:r>
            <a:endParaRPr/>
          </a:p>
        </p:txBody>
      </p:sp>
      <p:sp>
        <p:nvSpPr>
          <p:cNvPr id="303" name="Google Shape;303;p23"/>
          <p:cNvSpPr txBox="1"/>
          <p:nvPr/>
        </p:nvSpPr>
        <p:spPr>
          <a:xfrm>
            <a:off x="5323879" y="5957887"/>
            <a:ext cx="154424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A78BFA"/>
                </a:solidFill>
                <a:latin typeface="Urbanist"/>
                <a:ea typeface="Urbanist"/>
                <a:cs typeface="Urbanist"/>
                <a:sym typeface="Urbanist"/>
              </a:rPr>
              <a:t>5. Trình Phát Nhạc</a:t>
            </a:r>
            <a:endParaRPr/>
          </a:p>
        </p:txBody>
      </p:sp>
      <p:sp>
        <p:nvSpPr>
          <p:cNvPr id="304" name="Google Shape;304;p23"/>
          <p:cNvSpPr txBox="1"/>
          <p:nvPr/>
        </p:nvSpPr>
        <p:spPr>
          <a:xfrm>
            <a:off x="9016454" y="5957887"/>
            <a:ext cx="171569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A78BFA"/>
                </a:solidFill>
                <a:latin typeface="Urbanist"/>
                <a:ea typeface="Urbanist"/>
                <a:cs typeface="Urbanist"/>
                <a:sym typeface="Urbanist"/>
              </a:rPr>
              <a:t>6. Nghệ Sĩ Yêu Thích</a:t>
            </a:r>
            <a:endParaRPr/>
          </a:p>
        </p:txBody>
      </p:sp>
      <p:pic>
        <p:nvPicPr>
          <p:cNvPr id="305" name="Google Shape;305;p23" title="Screenshot 2025-11-25 002122.png"/>
          <p:cNvPicPr preferRelativeResize="0"/>
          <p:nvPr/>
        </p:nvPicPr>
        <p:blipFill rotWithShape="1">
          <a:blip r:embed="rId10">
            <a:alphaModFix/>
          </a:blip>
          <a:srcRect b="5737" l="0" r="0" t="5728"/>
          <a:stretch/>
        </p:blipFill>
        <p:spPr>
          <a:xfrm>
            <a:off x="714375" y="1528762"/>
            <a:ext cx="3206799" cy="4286250"/>
          </a:xfrm>
          <a:prstGeom prst="rect">
            <a:avLst/>
          </a:prstGeom>
          <a:noFill/>
          <a:ln>
            <a:noFill/>
          </a:ln>
        </p:spPr>
      </p:pic>
      <p:pic>
        <p:nvPicPr>
          <p:cNvPr id="306" name="Google Shape;306;p23" title="Screenshot 2025-11-25 002154.png"/>
          <p:cNvPicPr preferRelativeResize="0"/>
          <p:nvPr/>
        </p:nvPicPr>
        <p:blipFill rotWithShape="1">
          <a:blip r:embed="rId11">
            <a:alphaModFix/>
          </a:blip>
          <a:srcRect b="3857" l="0" r="0" t="3866"/>
          <a:stretch/>
        </p:blipFill>
        <p:spPr>
          <a:xfrm>
            <a:off x="4492674" y="1528762"/>
            <a:ext cx="3206798" cy="4286249"/>
          </a:xfrm>
          <a:prstGeom prst="rect">
            <a:avLst/>
          </a:prstGeom>
          <a:noFill/>
          <a:ln>
            <a:noFill/>
          </a:ln>
        </p:spPr>
      </p:pic>
      <p:pic>
        <p:nvPicPr>
          <p:cNvPr id="307" name="Google Shape;307;p23" title="Screenshot 2025-11-25 001849.png"/>
          <p:cNvPicPr preferRelativeResize="0"/>
          <p:nvPr/>
        </p:nvPicPr>
        <p:blipFill rotWithShape="1">
          <a:blip r:embed="rId12">
            <a:alphaModFix/>
          </a:blip>
          <a:srcRect b="11485" l="0" r="0" t="11485"/>
          <a:stretch/>
        </p:blipFill>
        <p:spPr>
          <a:xfrm>
            <a:off x="8270974" y="1528762"/>
            <a:ext cx="3206799" cy="4286250"/>
          </a:xfrm>
          <a:prstGeom prst="rect">
            <a:avLst/>
          </a:prstGeom>
          <a:noFill/>
          <a:ln>
            <a:noFill/>
          </a:ln>
        </p:spPr>
      </p:pic>
      <p:sp>
        <p:nvSpPr>
          <p:cNvPr id="308" name="Google Shape;308;p23"/>
          <p:cNvSpPr txBox="1"/>
          <p:nvPr/>
        </p:nvSpPr>
        <p:spPr>
          <a:xfrm>
            <a:off x="762000" y="452437"/>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Demo: Trải Nghiệm Nghe Nhạc</a:t>
            </a:r>
            <a:endParaRPr/>
          </a:p>
        </p:txBody>
      </p:sp>
      <p:sp>
        <p:nvSpPr>
          <p:cNvPr id="309" name="Google Shape;309;p23"/>
          <p:cNvSpPr/>
          <p:nvPr/>
        </p:nvSpPr>
        <p:spPr>
          <a:xfrm>
            <a:off x="571500" y="452437"/>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13" name="Shape 313"/>
        <p:cNvGrpSpPr/>
        <p:nvPr/>
      </p:nvGrpSpPr>
      <p:grpSpPr>
        <a:xfrm>
          <a:off x="0" y="0"/>
          <a:ext cx="0" cy="0"/>
          <a:chOff x="0" y="0"/>
          <a:chExt cx="0" cy="0"/>
        </a:xfrm>
      </p:grpSpPr>
      <p:pic>
        <p:nvPicPr>
          <p:cNvPr descr="image.png" id="314" name="Google Shape;314;p24"/>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315" name="Google Shape;315;p24"/>
          <p:cNvGraphicFramePr/>
          <p:nvPr/>
        </p:nvGraphicFramePr>
        <p:xfrm>
          <a:off x="571500" y="2146994"/>
          <a:ext cx="3000000" cy="3000000"/>
        </p:xfrm>
        <a:graphic>
          <a:graphicData uri="http://schemas.openxmlformats.org/drawingml/2006/table">
            <a:tbl>
              <a:tblPr bandRow="1" firstRow="1">
                <a:noFill/>
                <a:tableStyleId>{F4F949C3-8D03-4D79-A17A-D6DB5574EC98}</a:tableStyleId>
              </a:tblPr>
              <a:tblGrid>
                <a:gridCol w="3221375"/>
                <a:gridCol w="3254575"/>
                <a:gridCol w="4573050"/>
              </a:tblGrid>
              <a:tr h="699500">
                <a:tc>
                  <a:txBody>
                    <a:bodyPr/>
                    <a:lstStyle/>
                    <a:p>
                      <a:pPr indent="0" lvl="0" marL="0" marR="0" rtl="0" algn="l">
                        <a:spcBef>
                          <a:spcPts val="0"/>
                        </a:spcBef>
                        <a:spcAft>
                          <a:spcPts val="0"/>
                        </a:spcAft>
                        <a:buNone/>
                      </a:pPr>
                      <a:r>
                        <a:rPr b="1" i="0" lang="en-US" sz="1650" u="none" cap="none" strike="noStrike">
                          <a:solidFill>
                            <a:srgbClr val="A78BFA"/>
                          </a:solidFill>
                          <a:latin typeface="Urbanist"/>
                          <a:ea typeface="Urbanist"/>
                          <a:cs typeface="Urbanist"/>
                          <a:sym typeface="Urbanist"/>
                        </a:rPr>
                        <a:t>Họ Và Tên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B5CF6"/>
                    </a:solidFill>
                  </a:tcPr>
                </a:tc>
                <a:tc>
                  <a:txBody>
                    <a:bodyPr/>
                    <a:lstStyle/>
                    <a:p>
                      <a:pPr indent="0" lvl="0" marL="0" marR="0" rtl="0" algn="l">
                        <a:spcBef>
                          <a:spcPts val="0"/>
                        </a:spcBef>
                        <a:spcAft>
                          <a:spcPts val="0"/>
                        </a:spcAft>
                        <a:buNone/>
                      </a:pPr>
                      <a:r>
                        <a:rPr b="1" i="0" lang="en-US" sz="1650" u="none" cap="none" strike="noStrike">
                          <a:solidFill>
                            <a:srgbClr val="A78BFA"/>
                          </a:solidFill>
                          <a:latin typeface="Urbanist"/>
                          <a:ea typeface="Urbanist"/>
                          <a:cs typeface="Urbanist"/>
                          <a:sym typeface="Urbanist"/>
                        </a:rPr>
                        <a:t>Mã Sinh Viên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B5CF6"/>
                    </a:solidFill>
                  </a:tcPr>
                </a:tc>
                <a:tc>
                  <a:txBody>
                    <a:bodyPr/>
                    <a:lstStyle/>
                    <a:p>
                      <a:pPr indent="0" lvl="0" marL="0" marR="0" rtl="0" algn="l">
                        <a:spcBef>
                          <a:spcPts val="0"/>
                        </a:spcBef>
                        <a:spcAft>
                          <a:spcPts val="0"/>
                        </a:spcAft>
                        <a:buNone/>
                      </a:pPr>
                      <a:r>
                        <a:rPr b="1" i="0" lang="en-US" sz="1650" u="none" cap="none" strike="noStrike">
                          <a:solidFill>
                            <a:srgbClr val="A78BFA"/>
                          </a:solidFill>
                          <a:latin typeface="Urbanist"/>
                          <a:ea typeface="Urbanist"/>
                          <a:cs typeface="Urbanist"/>
                          <a:sym typeface="Urbanist"/>
                        </a:rPr>
                        <a:t>Vai Trò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B5CF6"/>
                    </a:solidFill>
                  </a:tcPr>
                </a:tc>
              </a:tr>
              <a:tr h="699500">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Lê Minh Tuyến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2041070416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Trưởng Nhóm / Backend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9500">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Võ Thanh Sơn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2274801040897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Frontend (Mobile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9500">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Bùi Huyền Trang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2274801040618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Thiết Kế CSDL / Tester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9500">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Chẻo Oái Sơn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2274801040349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CBD5E1"/>
                          </a:solidFill>
                          <a:latin typeface="Urbanist"/>
                          <a:ea typeface="Urbanist"/>
                          <a:cs typeface="Urbanist"/>
                          <a:sym typeface="Urbanist"/>
                        </a:rPr>
                        <a:t>Phân Tích &amp; Tài Liệu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16" name="Google Shape;316;p24"/>
          <p:cNvSpPr/>
          <p:nvPr/>
        </p:nvSpPr>
        <p:spPr>
          <a:xfrm>
            <a:off x="571500" y="2858392"/>
            <a:ext cx="322138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4"/>
          <p:cNvSpPr/>
          <p:nvPr/>
        </p:nvSpPr>
        <p:spPr>
          <a:xfrm>
            <a:off x="3792884" y="2858392"/>
            <a:ext cx="325457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4"/>
          <p:cNvSpPr/>
          <p:nvPr/>
        </p:nvSpPr>
        <p:spPr>
          <a:xfrm>
            <a:off x="7047458" y="2858392"/>
            <a:ext cx="4573041"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4"/>
          <p:cNvSpPr/>
          <p:nvPr/>
        </p:nvSpPr>
        <p:spPr>
          <a:xfrm>
            <a:off x="571500" y="3553717"/>
            <a:ext cx="322138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4"/>
          <p:cNvSpPr/>
          <p:nvPr/>
        </p:nvSpPr>
        <p:spPr>
          <a:xfrm>
            <a:off x="3792884" y="3553717"/>
            <a:ext cx="325457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4"/>
          <p:cNvSpPr/>
          <p:nvPr/>
        </p:nvSpPr>
        <p:spPr>
          <a:xfrm>
            <a:off x="7047458" y="3553717"/>
            <a:ext cx="4573041"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4"/>
          <p:cNvSpPr/>
          <p:nvPr/>
        </p:nvSpPr>
        <p:spPr>
          <a:xfrm>
            <a:off x="571500" y="4249042"/>
            <a:ext cx="322138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4"/>
          <p:cNvSpPr/>
          <p:nvPr/>
        </p:nvSpPr>
        <p:spPr>
          <a:xfrm>
            <a:off x="3792884" y="4249042"/>
            <a:ext cx="325457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24"/>
          <p:cNvSpPr/>
          <p:nvPr/>
        </p:nvSpPr>
        <p:spPr>
          <a:xfrm>
            <a:off x="7047458" y="4249042"/>
            <a:ext cx="4573041"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4"/>
          <p:cNvSpPr/>
          <p:nvPr/>
        </p:nvSpPr>
        <p:spPr>
          <a:xfrm>
            <a:off x="571500" y="4944367"/>
            <a:ext cx="322138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4"/>
          <p:cNvSpPr/>
          <p:nvPr/>
        </p:nvSpPr>
        <p:spPr>
          <a:xfrm>
            <a:off x="3792884" y="4944367"/>
            <a:ext cx="325457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4"/>
          <p:cNvSpPr/>
          <p:nvPr/>
        </p:nvSpPr>
        <p:spPr>
          <a:xfrm>
            <a:off x="7047458" y="4944367"/>
            <a:ext cx="4573041"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4"/>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Thành Viên Nhóm</a:t>
            </a:r>
            <a:endParaRPr/>
          </a:p>
        </p:txBody>
      </p:sp>
      <p:sp>
        <p:nvSpPr>
          <p:cNvPr id="329" name="Google Shape;329;p24"/>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33" name="Shape 333"/>
        <p:cNvGrpSpPr/>
        <p:nvPr/>
      </p:nvGrpSpPr>
      <p:grpSpPr>
        <a:xfrm>
          <a:off x="0" y="0"/>
          <a:ext cx="0" cy="0"/>
          <a:chOff x="0" y="0"/>
          <a:chExt cx="0" cy="0"/>
        </a:xfrm>
      </p:grpSpPr>
      <p:pic>
        <p:nvPicPr>
          <p:cNvPr descr="image.png" id="334" name="Google Shape;334;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5" name="Google Shape;335;p25"/>
          <p:cNvSpPr txBox="1"/>
          <p:nvPr/>
        </p:nvSpPr>
        <p:spPr>
          <a:xfrm>
            <a:off x="295275" y="2023169"/>
            <a:ext cx="11601450"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0" u="none" cap="none" strike="noStrike">
                <a:solidFill>
                  <a:srgbClr val="F1F5F9"/>
                </a:solidFill>
                <a:latin typeface="Urbanist"/>
                <a:ea typeface="Urbanist"/>
                <a:cs typeface="Urbanist"/>
                <a:sym typeface="Urbanist"/>
              </a:rPr>
              <a:t>Q &amp; A</a:t>
            </a:r>
            <a:endParaRPr/>
          </a:p>
        </p:txBody>
      </p:sp>
      <p:sp>
        <p:nvSpPr>
          <p:cNvPr id="336" name="Google Shape;336;p25"/>
          <p:cNvSpPr txBox="1"/>
          <p:nvPr/>
        </p:nvSpPr>
        <p:spPr>
          <a:xfrm>
            <a:off x="571500" y="3470969"/>
            <a:ext cx="1104900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400" u="none" cap="none" strike="noStrike">
                <a:solidFill>
                  <a:srgbClr val="F8FAFC"/>
                </a:solidFill>
                <a:latin typeface="Urbanist"/>
                <a:ea typeface="Urbanist"/>
                <a:cs typeface="Urbanist"/>
                <a:sym typeface="Urbanist"/>
              </a:rPr>
              <a:t>Cảm ơn thầy và các bạn đã lắng nghe!</a:t>
            </a:r>
            <a:endParaRPr/>
          </a:p>
        </p:txBody>
      </p:sp>
      <p:sp>
        <p:nvSpPr>
          <p:cNvPr id="337" name="Google Shape;337;p25"/>
          <p:cNvSpPr txBox="1"/>
          <p:nvPr/>
        </p:nvSpPr>
        <p:spPr>
          <a:xfrm>
            <a:off x="571500" y="4339530"/>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4A3B8"/>
                </a:solidFill>
                <a:latin typeface="Urbanist"/>
                <a:ea typeface="Urbanist"/>
                <a:cs typeface="Urbanist"/>
                <a:sym typeface="Urbanist"/>
              </a:rPr>
              <a:t>Nhóm MobilMusic - K67-HTTT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41" name="Shape 341"/>
        <p:cNvGrpSpPr/>
        <p:nvPr/>
      </p:nvGrpSpPr>
      <p:grpSpPr>
        <a:xfrm>
          <a:off x="0" y="0"/>
          <a:ext cx="0" cy="0"/>
          <a:chOff x="0" y="0"/>
          <a:chExt cx="0" cy="0"/>
        </a:xfrm>
      </p:grpSpPr>
      <p:pic>
        <p:nvPicPr>
          <p:cNvPr descr="image.png" id="342" name="Google Shape;34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26"/>
          <p:cNvSpPr/>
          <p:nvPr/>
        </p:nvSpPr>
        <p:spPr>
          <a:xfrm>
            <a:off x="571500" y="349850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6"/>
          <p:cNvSpPr/>
          <p:nvPr/>
        </p:nvSpPr>
        <p:spPr>
          <a:xfrm>
            <a:off x="571500" y="428327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5" name="Google Shape;345;p26"/>
          <p:cNvPicPr preferRelativeResize="0"/>
          <p:nvPr/>
        </p:nvPicPr>
        <p:blipFill rotWithShape="1">
          <a:blip r:embed="rId4">
            <a:alphaModFix/>
          </a:blip>
          <a:srcRect b="0" l="0" r="0" t="0"/>
          <a:stretch/>
        </p:blipFill>
        <p:spPr>
          <a:xfrm>
            <a:off x="571500" y="2872680"/>
            <a:ext cx="857250" cy="476250"/>
          </a:xfrm>
          <a:prstGeom prst="rect">
            <a:avLst/>
          </a:prstGeom>
          <a:noFill/>
          <a:ln>
            <a:noFill/>
          </a:ln>
        </p:spPr>
      </p:pic>
      <p:sp>
        <p:nvSpPr>
          <p:cNvPr id="346" name="Google Shape;346;p26"/>
          <p:cNvSpPr txBox="1"/>
          <p:nvPr/>
        </p:nvSpPr>
        <p:spPr>
          <a:xfrm>
            <a:off x="1666875" y="2866132"/>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https://png.pngtree.com/png-vector/20221110/ourmid/pngtree-smiling-young-man-in-headphones-listen-to-music-on-cellphone-png-image_6441729.png</a:t>
            </a:r>
            <a:endParaRPr/>
          </a:p>
        </p:txBody>
      </p:sp>
      <p:sp>
        <p:nvSpPr>
          <p:cNvPr id="347" name="Google Shape;347;p26"/>
          <p:cNvSpPr txBox="1"/>
          <p:nvPr/>
        </p:nvSpPr>
        <p:spPr>
          <a:xfrm>
            <a:off x="1666875" y="311184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pngtree.com</a:t>
            </a:r>
            <a:endParaRPr/>
          </a:p>
        </p:txBody>
      </p:sp>
      <p:pic>
        <p:nvPicPr>
          <p:cNvPr descr="image.png" id="348" name="Google Shape;348;p26"/>
          <p:cNvPicPr preferRelativeResize="0"/>
          <p:nvPr/>
        </p:nvPicPr>
        <p:blipFill rotWithShape="1">
          <a:blip r:embed="rId5">
            <a:alphaModFix/>
          </a:blip>
          <a:srcRect b="0" l="0" r="0" t="0"/>
          <a:stretch/>
        </p:blipFill>
        <p:spPr>
          <a:xfrm>
            <a:off x="571500" y="3657451"/>
            <a:ext cx="857250" cy="476250"/>
          </a:xfrm>
          <a:prstGeom prst="rect">
            <a:avLst/>
          </a:prstGeom>
          <a:noFill/>
          <a:ln>
            <a:noFill/>
          </a:ln>
        </p:spPr>
      </p:pic>
      <p:sp>
        <p:nvSpPr>
          <p:cNvPr id="349" name="Google Shape;349;p26"/>
          <p:cNvSpPr txBox="1"/>
          <p:nvPr/>
        </p:nvSpPr>
        <p:spPr>
          <a:xfrm>
            <a:off x="1666875" y="3650902"/>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https://static.mermaidchart.dev/landing-page/light-dark-mode.gif</a:t>
            </a:r>
            <a:endParaRPr/>
          </a:p>
        </p:txBody>
      </p:sp>
      <p:sp>
        <p:nvSpPr>
          <p:cNvPr id="350" name="Google Shape;350;p26"/>
          <p:cNvSpPr txBox="1"/>
          <p:nvPr/>
        </p:nvSpPr>
        <p:spPr>
          <a:xfrm>
            <a:off x="1666875" y="389661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www.mermaidchart.com</a:t>
            </a:r>
            <a:endParaRPr/>
          </a:p>
        </p:txBody>
      </p:sp>
      <p:pic>
        <p:nvPicPr>
          <p:cNvPr descr="image.png" id="351" name="Google Shape;351;p26"/>
          <p:cNvPicPr preferRelativeResize="0"/>
          <p:nvPr/>
        </p:nvPicPr>
        <p:blipFill rotWithShape="1">
          <a:blip r:embed="rId6">
            <a:alphaModFix/>
          </a:blip>
          <a:srcRect b="0" l="0" r="0" t="0"/>
          <a:stretch/>
        </p:blipFill>
        <p:spPr>
          <a:xfrm>
            <a:off x="571500" y="4442221"/>
            <a:ext cx="857250" cy="476250"/>
          </a:xfrm>
          <a:prstGeom prst="rect">
            <a:avLst/>
          </a:prstGeom>
          <a:noFill/>
          <a:ln>
            <a:noFill/>
          </a:ln>
        </p:spPr>
      </p:pic>
      <p:sp>
        <p:nvSpPr>
          <p:cNvPr id="352" name="Google Shape;352;p26"/>
          <p:cNvSpPr txBox="1"/>
          <p:nvPr/>
        </p:nvSpPr>
        <p:spPr>
          <a:xfrm>
            <a:off x="1666875" y="4435673"/>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https://img.freepik.com/free-vector/gradient-dark-mode-app-template_23-2150513313.jpg</a:t>
            </a:r>
            <a:endParaRPr/>
          </a:p>
        </p:txBody>
      </p:sp>
      <p:sp>
        <p:nvSpPr>
          <p:cNvPr id="353" name="Google Shape;353;p26"/>
          <p:cNvSpPr txBox="1"/>
          <p:nvPr/>
        </p:nvSpPr>
        <p:spPr>
          <a:xfrm>
            <a:off x="1666875" y="4681388"/>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www.freepik.com</a:t>
            </a:r>
            <a:endParaRPr/>
          </a:p>
        </p:txBody>
      </p:sp>
      <p:sp>
        <p:nvSpPr>
          <p:cNvPr id="354" name="Google Shape;354;p26"/>
          <p:cNvSpPr txBox="1"/>
          <p:nvPr/>
        </p:nvSpPr>
        <p:spPr>
          <a:xfrm>
            <a:off x="762000" y="571500"/>
            <a:ext cx="11401425"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Image Sources</a:t>
            </a:r>
            <a:endParaRPr/>
          </a:p>
        </p:txBody>
      </p:sp>
      <p:sp>
        <p:nvSpPr>
          <p:cNvPr id="355" name="Google Shape;355;p26"/>
          <p:cNvSpPr/>
          <p:nvPr/>
        </p:nvSpPr>
        <p:spPr>
          <a:xfrm>
            <a:off x="571500" y="571500"/>
            <a:ext cx="47625" cy="55245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